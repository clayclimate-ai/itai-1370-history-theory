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47"/>
  </p:notesMasterIdLst>
  <p:sldIdLst>
    <p:sldId id="256" r:id="rId2"/>
    <p:sldId id="260" r:id="rId3"/>
    <p:sldId id="304" r:id="rId4"/>
    <p:sldId id="258" r:id="rId5"/>
    <p:sldId id="303" r:id="rId6"/>
    <p:sldId id="292" r:id="rId7"/>
    <p:sldId id="305" r:id="rId8"/>
    <p:sldId id="307" r:id="rId9"/>
    <p:sldId id="308" r:id="rId10"/>
    <p:sldId id="294" r:id="rId11"/>
    <p:sldId id="306" r:id="rId12"/>
    <p:sldId id="270" r:id="rId13"/>
    <p:sldId id="315" r:id="rId14"/>
    <p:sldId id="309" r:id="rId15"/>
    <p:sldId id="262" r:id="rId16"/>
    <p:sldId id="310" r:id="rId17"/>
    <p:sldId id="266" r:id="rId18"/>
    <p:sldId id="311" r:id="rId19"/>
    <p:sldId id="317" r:id="rId20"/>
    <p:sldId id="320" r:id="rId21"/>
    <p:sldId id="321" r:id="rId22"/>
    <p:sldId id="318" r:id="rId23"/>
    <p:sldId id="319" r:id="rId24"/>
    <p:sldId id="271" r:id="rId25"/>
    <p:sldId id="323" r:id="rId26"/>
    <p:sldId id="322" r:id="rId27"/>
    <p:sldId id="2140756586" r:id="rId28"/>
    <p:sldId id="2140756590" r:id="rId29"/>
    <p:sldId id="2140756591" r:id="rId30"/>
    <p:sldId id="2140756592" r:id="rId31"/>
    <p:sldId id="2140756587" r:id="rId32"/>
    <p:sldId id="286" r:id="rId33"/>
    <p:sldId id="288" r:id="rId34"/>
    <p:sldId id="2140756588" r:id="rId35"/>
    <p:sldId id="2140756589" r:id="rId36"/>
    <p:sldId id="282" r:id="rId37"/>
    <p:sldId id="280" r:id="rId38"/>
    <p:sldId id="293" r:id="rId39"/>
    <p:sldId id="296" r:id="rId40"/>
    <p:sldId id="299" r:id="rId41"/>
    <p:sldId id="297" r:id="rId42"/>
    <p:sldId id="302" r:id="rId43"/>
    <p:sldId id="300" r:id="rId44"/>
    <p:sldId id="2140756593" r:id="rId45"/>
    <p:sldId id="301"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A8A26011-20E8-4189-93FB-58D9D6B2EAB2}">
          <p14:sldIdLst>
            <p14:sldId id="256"/>
            <p14:sldId id="260"/>
            <p14:sldId id="304"/>
            <p14:sldId id="258"/>
            <p14:sldId id="303"/>
            <p14:sldId id="292"/>
            <p14:sldId id="305"/>
            <p14:sldId id="307"/>
            <p14:sldId id="308"/>
            <p14:sldId id="294"/>
            <p14:sldId id="306"/>
            <p14:sldId id="270"/>
            <p14:sldId id="315"/>
            <p14:sldId id="309"/>
            <p14:sldId id="262"/>
            <p14:sldId id="310"/>
            <p14:sldId id="266"/>
            <p14:sldId id="311"/>
            <p14:sldId id="317"/>
            <p14:sldId id="320"/>
            <p14:sldId id="321"/>
            <p14:sldId id="318"/>
            <p14:sldId id="319"/>
            <p14:sldId id="271"/>
            <p14:sldId id="323"/>
            <p14:sldId id="322"/>
            <p14:sldId id="2140756586"/>
            <p14:sldId id="2140756590"/>
            <p14:sldId id="2140756591"/>
            <p14:sldId id="2140756592"/>
            <p14:sldId id="2140756587"/>
            <p14:sldId id="286"/>
            <p14:sldId id="288"/>
            <p14:sldId id="2140756588"/>
            <p14:sldId id="2140756589"/>
            <p14:sldId id="282"/>
            <p14:sldId id="280"/>
            <p14:sldId id="293"/>
            <p14:sldId id="296"/>
            <p14:sldId id="299"/>
            <p14:sldId id="297"/>
            <p14:sldId id="302"/>
            <p14:sldId id="300"/>
            <p14:sldId id="2140756593"/>
            <p14:sldId id="30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0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74682" autoAdjust="0"/>
  </p:normalViewPr>
  <p:slideViewPr>
    <p:cSldViewPr snapToGrid="0">
      <p:cViewPr varScale="1">
        <p:scale>
          <a:sx n="81" d="100"/>
          <a:sy n="81" d="100"/>
        </p:scale>
        <p:origin x="127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tricia.mcmanus" userId="c5f88545-042c-4272-be52-738da46dc53a" providerId="ADAL" clId="{C79FDEE5-36C7-43D0-9D44-9B96E96D38BA}"/>
    <pc:docChg chg="undo redo custSel addSld delSld modSld sldOrd addMainMaster delMainMaster modMainMaster modSection">
      <pc:chgData name="patricia.mcmanus" userId="c5f88545-042c-4272-be52-738da46dc53a" providerId="ADAL" clId="{C79FDEE5-36C7-43D0-9D44-9B96E96D38BA}" dt="2024-01-24T23:28:41.289" v="1053" actId="20577"/>
      <pc:docMkLst>
        <pc:docMk/>
      </pc:docMkLst>
      <pc:sldChg chg="modSp mod">
        <pc:chgData name="patricia.mcmanus" userId="c5f88545-042c-4272-be52-738da46dc53a" providerId="ADAL" clId="{C79FDEE5-36C7-43D0-9D44-9B96E96D38BA}" dt="2024-01-24T22:55:33.344" v="943"/>
        <pc:sldMkLst>
          <pc:docMk/>
          <pc:sldMk cId="2135400169" sldId="256"/>
        </pc:sldMkLst>
        <pc:spChg chg="mod">
          <ac:chgData name="patricia.mcmanus" userId="c5f88545-042c-4272-be52-738da46dc53a" providerId="ADAL" clId="{C79FDEE5-36C7-43D0-9D44-9B96E96D38BA}" dt="2024-01-24T22:55:33.344" v="943"/>
          <ac:spMkLst>
            <pc:docMk/>
            <pc:sldMk cId="2135400169" sldId="256"/>
            <ac:spMk id="2" creationId="{3E4DA299-E91F-BA12-04B7-0CFE9CCC7171}"/>
          </ac:spMkLst>
        </pc:spChg>
        <pc:spChg chg="mod">
          <ac:chgData name="patricia.mcmanus" userId="c5f88545-042c-4272-be52-738da46dc53a" providerId="ADAL" clId="{C79FDEE5-36C7-43D0-9D44-9B96E96D38BA}" dt="2024-01-24T22:55:33.344" v="943"/>
          <ac:spMkLst>
            <pc:docMk/>
            <pc:sldMk cId="2135400169" sldId="256"/>
            <ac:spMk id="3" creationId="{BCC70001-32CF-6E53-418F-ABA03B78BB71}"/>
          </ac:spMkLst>
        </pc:spChg>
      </pc:sldChg>
      <pc:sldChg chg="modSp mod ord modNotesTx">
        <pc:chgData name="patricia.mcmanus" userId="c5f88545-042c-4272-be52-738da46dc53a" providerId="ADAL" clId="{C79FDEE5-36C7-43D0-9D44-9B96E96D38BA}" dt="2024-01-24T22:55:33.344" v="943"/>
        <pc:sldMkLst>
          <pc:docMk/>
          <pc:sldMk cId="2685811301" sldId="258"/>
        </pc:sldMkLst>
        <pc:spChg chg="mod">
          <ac:chgData name="patricia.mcmanus" userId="c5f88545-042c-4272-be52-738da46dc53a" providerId="ADAL" clId="{C79FDEE5-36C7-43D0-9D44-9B96E96D38BA}" dt="2024-01-24T22:55:33.344" v="943"/>
          <ac:spMkLst>
            <pc:docMk/>
            <pc:sldMk cId="2685811301" sldId="258"/>
            <ac:spMk id="2" creationId="{15C72DA9-99C4-75A3-956A-78FA5F5E87C2}"/>
          </ac:spMkLst>
        </pc:spChg>
      </pc:sldChg>
      <pc:sldChg chg="del mod modShow">
        <pc:chgData name="patricia.mcmanus" userId="c5f88545-042c-4272-be52-738da46dc53a" providerId="ADAL" clId="{C79FDEE5-36C7-43D0-9D44-9B96E96D38BA}" dt="2024-01-24T21:12:47.645" v="501" actId="2696"/>
        <pc:sldMkLst>
          <pc:docMk/>
          <pc:sldMk cId="97410511" sldId="259"/>
        </pc:sldMkLst>
      </pc:sldChg>
      <pc:sldChg chg="modSp add del">
        <pc:chgData name="patricia.mcmanus" userId="c5f88545-042c-4272-be52-738da46dc53a" providerId="ADAL" clId="{C79FDEE5-36C7-43D0-9D44-9B96E96D38BA}" dt="2024-01-24T23:01:05.074" v="1010" actId="47"/>
        <pc:sldMkLst>
          <pc:docMk/>
          <pc:sldMk cId="516667966" sldId="259"/>
        </pc:sldMkLst>
        <pc:spChg chg="mod">
          <ac:chgData name="patricia.mcmanus" userId="c5f88545-042c-4272-be52-738da46dc53a" providerId="ADAL" clId="{C79FDEE5-36C7-43D0-9D44-9B96E96D38BA}" dt="2024-01-24T22:55:33.344" v="943"/>
          <ac:spMkLst>
            <pc:docMk/>
            <pc:sldMk cId="516667966" sldId="259"/>
            <ac:spMk id="2" creationId="{8AEA03CF-54DE-88FD-BDDC-9C9863490DA6}"/>
          </ac:spMkLst>
        </pc:spChg>
        <pc:spChg chg="mod">
          <ac:chgData name="patricia.mcmanus" userId="c5f88545-042c-4272-be52-738da46dc53a" providerId="ADAL" clId="{C79FDEE5-36C7-43D0-9D44-9B96E96D38BA}" dt="2024-01-24T22:55:33.344" v="943"/>
          <ac:spMkLst>
            <pc:docMk/>
            <pc:sldMk cId="516667966" sldId="259"/>
            <ac:spMk id="3" creationId="{3FB6A07A-C3D8-FB57-371F-283B5387C538}"/>
          </ac:spMkLst>
        </pc:spChg>
      </pc:sldChg>
      <pc:sldChg chg="modSp mod">
        <pc:chgData name="patricia.mcmanus" userId="c5f88545-042c-4272-be52-738da46dc53a" providerId="ADAL" clId="{C79FDEE5-36C7-43D0-9D44-9B96E96D38BA}" dt="2024-01-23T23:39:10.764" v="52" actId="6549"/>
        <pc:sldMkLst>
          <pc:docMk/>
          <pc:sldMk cId="2501057298" sldId="260"/>
        </pc:sldMkLst>
        <pc:spChg chg="mod">
          <ac:chgData name="patricia.mcmanus" userId="c5f88545-042c-4272-be52-738da46dc53a" providerId="ADAL" clId="{C79FDEE5-36C7-43D0-9D44-9B96E96D38BA}" dt="2024-01-23T18:18:10.176" v="13" actId="20577"/>
          <ac:spMkLst>
            <pc:docMk/>
            <pc:sldMk cId="2501057298" sldId="260"/>
            <ac:spMk id="2" creationId="{5D141608-EB3B-7C61-DA68-A1B676B6C34F}"/>
          </ac:spMkLst>
        </pc:spChg>
        <pc:spChg chg="mod">
          <ac:chgData name="patricia.mcmanus" userId="c5f88545-042c-4272-be52-738da46dc53a" providerId="ADAL" clId="{C79FDEE5-36C7-43D0-9D44-9B96E96D38BA}" dt="2024-01-23T23:39:10.764" v="52" actId="6549"/>
          <ac:spMkLst>
            <pc:docMk/>
            <pc:sldMk cId="2501057298" sldId="260"/>
            <ac:spMk id="3" creationId="{747625DB-C81B-5618-7F81-E7CC41E3DF5F}"/>
          </ac:spMkLst>
        </pc:spChg>
      </pc:sldChg>
      <pc:sldChg chg="modSp add del">
        <pc:chgData name="patricia.mcmanus" userId="c5f88545-042c-4272-be52-738da46dc53a" providerId="ADAL" clId="{C79FDEE5-36C7-43D0-9D44-9B96E96D38BA}" dt="2024-01-24T23:01:05.074" v="1010" actId="47"/>
        <pc:sldMkLst>
          <pc:docMk/>
          <pc:sldMk cId="1754515214" sldId="261"/>
        </pc:sldMkLst>
        <pc:spChg chg="mod">
          <ac:chgData name="patricia.mcmanus" userId="c5f88545-042c-4272-be52-738da46dc53a" providerId="ADAL" clId="{C79FDEE5-36C7-43D0-9D44-9B96E96D38BA}" dt="2024-01-24T22:55:33.344" v="943"/>
          <ac:spMkLst>
            <pc:docMk/>
            <pc:sldMk cId="1754515214" sldId="261"/>
            <ac:spMk id="2" creationId="{78D26AFE-3564-5BFF-7548-09F6D57AC579}"/>
          </ac:spMkLst>
        </pc:spChg>
        <pc:spChg chg="mod">
          <ac:chgData name="patricia.mcmanus" userId="c5f88545-042c-4272-be52-738da46dc53a" providerId="ADAL" clId="{C79FDEE5-36C7-43D0-9D44-9B96E96D38BA}" dt="2024-01-24T22:55:33.344" v="943"/>
          <ac:spMkLst>
            <pc:docMk/>
            <pc:sldMk cId="1754515214" sldId="261"/>
            <ac:spMk id="3" creationId="{E634FEA2-297B-9180-9BD8-F72DAEF56150}"/>
          </ac:spMkLst>
        </pc:spChg>
      </pc:sldChg>
      <pc:sldChg chg="del mod modShow">
        <pc:chgData name="patricia.mcmanus" userId="c5f88545-042c-4272-be52-738da46dc53a" providerId="ADAL" clId="{C79FDEE5-36C7-43D0-9D44-9B96E96D38BA}" dt="2024-01-24T21:12:47.645" v="501" actId="2696"/>
        <pc:sldMkLst>
          <pc:docMk/>
          <pc:sldMk cId="3691500288" sldId="261"/>
        </pc:sldMkLst>
      </pc:sldChg>
      <pc:sldChg chg="addSp delSp modSp mod modNotesTx">
        <pc:chgData name="patricia.mcmanus" userId="c5f88545-042c-4272-be52-738da46dc53a" providerId="ADAL" clId="{C79FDEE5-36C7-43D0-9D44-9B96E96D38BA}" dt="2024-01-24T20:34:37.890" v="416" actId="20577"/>
        <pc:sldMkLst>
          <pc:docMk/>
          <pc:sldMk cId="876996184" sldId="262"/>
        </pc:sldMkLst>
        <pc:spChg chg="mod">
          <ac:chgData name="patricia.mcmanus" userId="c5f88545-042c-4272-be52-738da46dc53a" providerId="ADAL" clId="{C79FDEE5-36C7-43D0-9D44-9B96E96D38BA}" dt="2024-01-24T20:32:42.658" v="389" actId="6549"/>
          <ac:spMkLst>
            <pc:docMk/>
            <pc:sldMk cId="876996184" sldId="262"/>
            <ac:spMk id="2" creationId="{6887F80F-6D05-6AA6-7A91-AD9CCBDE2DFD}"/>
          </ac:spMkLst>
        </pc:spChg>
        <pc:spChg chg="mod">
          <ac:chgData name="patricia.mcmanus" userId="c5f88545-042c-4272-be52-738da46dc53a" providerId="ADAL" clId="{C79FDEE5-36C7-43D0-9D44-9B96E96D38BA}" dt="2024-01-24T20:34:37.890" v="416" actId="20577"/>
          <ac:spMkLst>
            <pc:docMk/>
            <pc:sldMk cId="876996184" sldId="262"/>
            <ac:spMk id="3" creationId="{C5111A36-04AC-9652-BF4F-3760F00B08B7}"/>
          </ac:spMkLst>
        </pc:spChg>
        <pc:spChg chg="add del">
          <ac:chgData name="patricia.mcmanus" userId="c5f88545-042c-4272-be52-738da46dc53a" providerId="ADAL" clId="{C79FDEE5-36C7-43D0-9D44-9B96E96D38BA}" dt="2024-01-24T20:34:04.199" v="391" actId="22"/>
          <ac:spMkLst>
            <pc:docMk/>
            <pc:sldMk cId="876996184" sldId="262"/>
            <ac:spMk id="6" creationId="{D218924D-BD0D-4FD1-F085-3627FC49B2CD}"/>
          </ac:spMkLst>
        </pc:spChg>
        <pc:picChg chg="mod">
          <ac:chgData name="patricia.mcmanus" userId="c5f88545-042c-4272-be52-738da46dc53a" providerId="ADAL" clId="{C79FDEE5-36C7-43D0-9D44-9B96E96D38BA}" dt="2024-01-24T20:31:37.231" v="387" actId="1076"/>
          <ac:picMkLst>
            <pc:docMk/>
            <pc:sldMk cId="876996184" sldId="262"/>
            <ac:picMk id="5" creationId="{4C4B25CA-1633-058F-8ED6-1150954F6FC3}"/>
          </ac:picMkLst>
        </pc:picChg>
      </pc:sldChg>
      <pc:sldChg chg="modSp add del">
        <pc:chgData name="patricia.mcmanus" userId="c5f88545-042c-4272-be52-738da46dc53a" providerId="ADAL" clId="{C79FDEE5-36C7-43D0-9D44-9B96E96D38BA}" dt="2024-01-24T23:01:05.074" v="1010" actId="47"/>
        <pc:sldMkLst>
          <pc:docMk/>
          <pc:sldMk cId="2106637368" sldId="263"/>
        </pc:sldMkLst>
        <pc:spChg chg="mod">
          <ac:chgData name="patricia.mcmanus" userId="c5f88545-042c-4272-be52-738da46dc53a" providerId="ADAL" clId="{C79FDEE5-36C7-43D0-9D44-9B96E96D38BA}" dt="2024-01-24T22:55:33.344" v="943"/>
          <ac:spMkLst>
            <pc:docMk/>
            <pc:sldMk cId="2106637368" sldId="263"/>
            <ac:spMk id="2" creationId="{19DCE13D-C59C-951D-7D92-C22923EB2E18}"/>
          </ac:spMkLst>
        </pc:spChg>
        <pc:spChg chg="mod">
          <ac:chgData name="patricia.mcmanus" userId="c5f88545-042c-4272-be52-738da46dc53a" providerId="ADAL" clId="{C79FDEE5-36C7-43D0-9D44-9B96E96D38BA}" dt="2024-01-24T22:55:33.344" v="943"/>
          <ac:spMkLst>
            <pc:docMk/>
            <pc:sldMk cId="2106637368" sldId="263"/>
            <ac:spMk id="3" creationId="{BEEB3D9A-1145-9500-D947-C3AA8E1FDE5D}"/>
          </ac:spMkLst>
        </pc:spChg>
      </pc:sldChg>
      <pc:sldChg chg="modSp del mod modShow">
        <pc:chgData name="patricia.mcmanus" userId="c5f88545-042c-4272-be52-738da46dc53a" providerId="ADAL" clId="{C79FDEE5-36C7-43D0-9D44-9B96E96D38BA}" dt="2024-01-24T21:12:47.645" v="501" actId="2696"/>
        <pc:sldMkLst>
          <pc:docMk/>
          <pc:sldMk cId="2289416187" sldId="263"/>
        </pc:sldMkLst>
        <pc:spChg chg="mod">
          <ac:chgData name="patricia.mcmanus" userId="c5f88545-042c-4272-be52-738da46dc53a" providerId="ADAL" clId="{C79FDEE5-36C7-43D0-9D44-9B96E96D38BA}" dt="2024-01-24T19:20:12.913" v="61" actId="207"/>
          <ac:spMkLst>
            <pc:docMk/>
            <pc:sldMk cId="2289416187" sldId="263"/>
            <ac:spMk id="3" creationId="{BEEB3D9A-1145-9500-D947-C3AA8E1FDE5D}"/>
          </ac:spMkLst>
        </pc:spChg>
      </pc:sldChg>
      <pc:sldChg chg="delSp modSp del mod">
        <pc:chgData name="patricia.mcmanus" userId="c5f88545-042c-4272-be52-738da46dc53a" providerId="ADAL" clId="{C79FDEE5-36C7-43D0-9D44-9B96E96D38BA}" dt="2024-01-24T22:40:36.696" v="893" actId="47"/>
        <pc:sldMkLst>
          <pc:docMk/>
          <pc:sldMk cId="3380335590" sldId="264"/>
        </pc:sldMkLst>
        <pc:spChg chg="mod">
          <ac:chgData name="patricia.mcmanus" userId="c5f88545-042c-4272-be52-738da46dc53a" providerId="ADAL" clId="{C79FDEE5-36C7-43D0-9D44-9B96E96D38BA}" dt="2024-01-24T22:36:59.400" v="877" actId="6549"/>
          <ac:spMkLst>
            <pc:docMk/>
            <pc:sldMk cId="3380335590" sldId="264"/>
            <ac:spMk id="3" creationId="{2E1DC722-59C4-57F7-9630-BB277F771EF7}"/>
          </ac:spMkLst>
        </pc:spChg>
        <pc:picChg chg="del">
          <ac:chgData name="patricia.mcmanus" userId="c5f88545-042c-4272-be52-738da46dc53a" providerId="ADAL" clId="{C79FDEE5-36C7-43D0-9D44-9B96E96D38BA}" dt="2024-01-24T20:58:21.918" v="455" actId="478"/>
          <ac:picMkLst>
            <pc:docMk/>
            <pc:sldMk cId="3380335590" sldId="264"/>
            <ac:picMk id="5" creationId="{382E44D0-99DC-B9E1-7C1F-B92FC2537827}"/>
          </ac:picMkLst>
        </pc:picChg>
      </pc:sldChg>
      <pc:sldChg chg="modSp del mod ord modShow">
        <pc:chgData name="patricia.mcmanus" userId="c5f88545-042c-4272-be52-738da46dc53a" providerId="ADAL" clId="{C79FDEE5-36C7-43D0-9D44-9B96E96D38BA}" dt="2024-01-24T23:01:05.074" v="1010" actId="47"/>
        <pc:sldMkLst>
          <pc:docMk/>
          <pc:sldMk cId="1817143356" sldId="265"/>
        </pc:sldMkLst>
        <pc:spChg chg="mod">
          <ac:chgData name="patricia.mcmanus" userId="c5f88545-042c-4272-be52-738da46dc53a" providerId="ADAL" clId="{C79FDEE5-36C7-43D0-9D44-9B96E96D38BA}" dt="2024-01-24T22:55:33.344" v="943"/>
          <ac:spMkLst>
            <pc:docMk/>
            <pc:sldMk cId="1817143356" sldId="265"/>
            <ac:spMk id="2" creationId="{F95500A6-FA87-9266-4AF2-876EC4729F6F}"/>
          </ac:spMkLst>
        </pc:spChg>
        <pc:spChg chg="mod">
          <ac:chgData name="patricia.mcmanus" userId="c5f88545-042c-4272-be52-738da46dc53a" providerId="ADAL" clId="{C79FDEE5-36C7-43D0-9D44-9B96E96D38BA}" dt="2024-01-24T22:55:33.344" v="943"/>
          <ac:spMkLst>
            <pc:docMk/>
            <pc:sldMk cId="1817143356" sldId="265"/>
            <ac:spMk id="3" creationId="{BB40123C-F11F-39B0-41AF-827EFC3D4ABD}"/>
          </ac:spMkLst>
        </pc:spChg>
      </pc:sldChg>
      <pc:sldChg chg="addSp modSp mod">
        <pc:chgData name="patricia.mcmanus" userId="c5f88545-042c-4272-be52-738da46dc53a" providerId="ADAL" clId="{C79FDEE5-36C7-43D0-9D44-9B96E96D38BA}" dt="2024-01-24T22:55:33.344" v="943"/>
        <pc:sldMkLst>
          <pc:docMk/>
          <pc:sldMk cId="2814078326" sldId="266"/>
        </pc:sldMkLst>
        <pc:spChg chg="mod">
          <ac:chgData name="patricia.mcmanus" userId="c5f88545-042c-4272-be52-738da46dc53a" providerId="ADAL" clId="{C79FDEE5-36C7-43D0-9D44-9B96E96D38BA}" dt="2024-01-24T22:55:33.344" v="943"/>
          <ac:spMkLst>
            <pc:docMk/>
            <pc:sldMk cId="2814078326" sldId="266"/>
            <ac:spMk id="2" creationId="{CC940D97-9B1C-D777-FCFD-F34055B25EFC}"/>
          </ac:spMkLst>
        </pc:spChg>
        <pc:spChg chg="mod">
          <ac:chgData name="patricia.mcmanus" userId="c5f88545-042c-4272-be52-738da46dc53a" providerId="ADAL" clId="{C79FDEE5-36C7-43D0-9D44-9B96E96D38BA}" dt="2024-01-24T21:28:57.848" v="593" actId="2711"/>
          <ac:spMkLst>
            <pc:docMk/>
            <pc:sldMk cId="2814078326" sldId="266"/>
            <ac:spMk id="3" creationId="{342A7D69-412E-781B-7C47-89C699ED889C}"/>
          </ac:spMkLst>
        </pc:spChg>
        <pc:picChg chg="add mod">
          <ac:chgData name="patricia.mcmanus" userId="c5f88545-042c-4272-be52-738da46dc53a" providerId="ADAL" clId="{C79FDEE5-36C7-43D0-9D44-9B96E96D38BA}" dt="2024-01-24T22:35:26.153" v="840" actId="1076"/>
          <ac:picMkLst>
            <pc:docMk/>
            <pc:sldMk cId="2814078326" sldId="266"/>
            <ac:picMk id="4" creationId="{E6716902-458A-04FA-FE95-5AFA833A8D85}"/>
          </ac:picMkLst>
        </pc:picChg>
      </pc:sldChg>
      <pc:sldChg chg="del mod modShow">
        <pc:chgData name="patricia.mcmanus" userId="c5f88545-042c-4272-be52-738da46dc53a" providerId="ADAL" clId="{C79FDEE5-36C7-43D0-9D44-9B96E96D38BA}" dt="2024-01-24T21:12:47.645" v="501" actId="2696"/>
        <pc:sldMkLst>
          <pc:docMk/>
          <pc:sldMk cId="3495576816" sldId="269"/>
        </pc:sldMkLst>
      </pc:sldChg>
      <pc:sldChg chg="add del">
        <pc:chgData name="patricia.mcmanus" userId="c5f88545-042c-4272-be52-738da46dc53a" providerId="ADAL" clId="{C79FDEE5-36C7-43D0-9D44-9B96E96D38BA}" dt="2024-01-24T23:01:05.074" v="1010" actId="47"/>
        <pc:sldMkLst>
          <pc:docMk/>
          <pc:sldMk cId="3723439186" sldId="269"/>
        </pc:sldMkLst>
      </pc:sldChg>
      <pc:sldChg chg="modSp add ord">
        <pc:chgData name="patricia.mcmanus" userId="c5f88545-042c-4272-be52-738da46dc53a" providerId="ADAL" clId="{C79FDEE5-36C7-43D0-9D44-9B96E96D38BA}" dt="2024-01-24T22:55:33.344" v="943"/>
        <pc:sldMkLst>
          <pc:docMk/>
          <pc:sldMk cId="1999854036" sldId="270"/>
        </pc:sldMkLst>
        <pc:spChg chg="mod">
          <ac:chgData name="patricia.mcmanus" userId="c5f88545-042c-4272-be52-738da46dc53a" providerId="ADAL" clId="{C79FDEE5-36C7-43D0-9D44-9B96E96D38BA}" dt="2024-01-24T22:55:33.344" v="943"/>
          <ac:spMkLst>
            <pc:docMk/>
            <pc:sldMk cId="1999854036" sldId="270"/>
            <ac:spMk id="2" creationId="{43822968-8EFA-2722-4B0B-3DC90C083774}"/>
          </ac:spMkLst>
        </pc:spChg>
      </pc:sldChg>
      <pc:sldChg chg="del">
        <pc:chgData name="patricia.mcmanus" userId="c5f88545-042c-4272-be52-738da46dc53a" providerId="ADAL" clId="{C79FDEE5-36C7-43D0-9D44-9B96E96D38BA}" dt="2024-01-24T21:12:47.645" v="501" actId="2696"/>
        <pc:sldMkLst>
          <pc:docMk/>
          <pc:sldMk cId="4182436764" sldId="270"/>
        </pc:sldMkLst>
      </pc:sldChg>
      <pc:sldChg chg="modSp mod ord">
        <pc:chgData name="patricia.mcmanus" userId="c5f88545-042c-4272-be52-738da46dc53a" providerId="ADAL" clId="{C79FDEE5-36C7-43D0-9D44-9B96E96D38BA}" dt="2024-01-24T22:43:12.703" v="901"/>
        <pc:sldMkLst>
          <pc:docMk/>
          <pc:sldMk cId="283427325" sldId="271"/>
        </pc:sldMkLst>
        <pc:spChg chg="mod">
          <ac:chgData name="patricia.mcmanus" userId="c5f88545-042c-4272-be52-738da46dc53a" providerId="ADAL" clId="{C79FDEE5-36C7-43D0-9D44-9B96E96D38BA}" dt="2024-01-24T22:27:46.937" v="750" actId="20577"/>
          <ac:spMkLst>
            <pc:docMk/>
            <pc:sldMk cId="283427325" sldId="271"/>
            <ac:spMk id="5" creationId="{EEA70146-7D67-8AD8-A6F8-8024C7D279F1}"/>
          </ac:spMkLst>
        </pc:spChg>
      </pc:sldChg>
      <pc:sldChg chg="del">
        <pc:chgData name="patricia.mcmanus" userId="c5f88545-042c-4272-be52-738da46dc53a" providerId="ADAL" clId="{C79FDEE5-36C7-43D0-9D44-9B96E96D38BA}" dt="2024-01-24T21:25:47.322" v="569" actId="47"/>
        <pc:sldMkLst>
          <pc:docMk/>
          <pc:sldMk cId="3691996871" sldId="272"/>
        </pc:sldMkLst>
      </pc:sldChg>
      <pc:sldChg chg="del">
        <pc:chgData name="patricia.mcmanus" userId="c5f88545-042c-4272-be52-738da46dc53a" providerId="ADAL" clId="{C79FDEE5-36C7-43D0-9D44-9B96E96D38BA}" dt="2024-01-24T20:58:31.984" v="456" actId="47"/>
        <pc:sldMkLst>
          <pc:docMk/>
          <pc:sldMk cId="507393590" sldId="273"/>
        </pc:sldMkLst>
      </pc:sldChg>
      <pc:sldChg chg="del">
        <pc:chgData name="patricia.mcmanus" userId="c5f88545-042c-4272-be52-738da46dc53a" providerId="ADAL" clId="{C79FDEE5-36C7-43D0-9D44-9B96E96D38BA}" dt="2024-01-24T20:58:39.475" v="457" actId="47"/>
        <pc:sldMkLst>
          <pc:docMk/>
          <pc:sldMk cId="1640317529" sldId="274"/>
        </pc:sldMkLst>
      </pc:sldChg>
      <pc:sldChg chg="del">
        <pc:chgData name="patricia.mcmanus" userId="c5f88545-042c-4272-be52-738da46dc53a" providerId="ADAL" clId="{C79FDEE5-36C7-43D0-9D44-9B96E96D38BA}" dt="2024-01-24T20:58:40.838" v="458" actId="47"/>
        <pc:sldMkLst>
          <pc:docMk/>
          <pc:sldMk cId="1969066640" sldId="275"/>
        </pc:sldMkLst>
      </pc:sldChg>
      <pc:sldChg chg="add del mod modShow">
        <pc:chgData name="patricia.mcmanus" userId="c5f88545-042c-4272-be52-738da46dc53a" providerId="ADAL" clId="{C79FDEE5-36C7-43D0-9D44-9B96E96D38BA}" dt="2024-01-24T21:14:30.094" v="504" actId="2696"/>
        <pc:sldMkLst>
          <pc:docMk/>
          <pc:sldMk cId="919116393" sldId="276"/>
        </pc:sldMkLst>
      </pc:sldChg>
      <pc:sldChg chg="modSp add del">
        <pc:chgData name="patricia.mcmanus" userId="c5f88545-042c-4272-be52-738da46dc53a" providerId="ADAL" clId="{C79FDEE5-36C7-43D0-9D44-9B96E96D38BA}" dt="2024-01-24T23:01:05.074" v="1010" actId="47"/>
        <pc:sldMkLst>
          <pc:docMk/>
          <pc:sldMk cId="997355855" sldId="276"/>
        </pc:sldMkLst>
        <pc:spChg chg="mod">
          <ac:chgData name="patricia.mcmanus" userId="c5f88545-042c-4272-be52-738da46dc53a" providerId="ADAL" clId="{C79FDEE5-36C7-43D0-9D44-9B96E96D38BA}" dt="2024-01-24T22:55:33.344" v="943"/>
          <ac:spMkLst>
            <pc:docMk/>
            <pc:sldMk cId="997355855" sldId="276"/>
            <ac:spMk id="2" creationId="{DB22CD5F-1B8D-CDCD-1CCC-3C5AA568C845}"/>
          </ac:spMkLst>
        </pc:spChg>
        <pc:spChg chg="mod">
          <ac:chgData name="patricia.mcmanus" userId="c5f88545-042c-4272-be52-738da46dc53a" providerId="ADAL" clId="{C79FDEE5-36C7-43D0-9D44-9B96E96D38BA}" dt="2024-01-24T22:55:33.344" v="943"/>
          <ac:spMkLst>
            <pc:docMk/>
            <pc:sldMk cId="997355855" sldId="276"/>
            <ac:spMk id="3" creationId="{D812C8F1-7FCD-F25D-BF64-B3106351C4BD}"/>
          </ac:spMkLst>
        </pc:spChg>
      </pc:sldChg>
      <pc:sldChg chg="del mod modShow">
        <pc:chgData name="patricia.mcmanus" userId="c5f88545-042c-4272-be52-738da46dc53a" providerId="ADAL" clId="{C79FDEE5-36C7-43D0-9D44-9B96E96D38BA}" dt="2024-01-24T21:14:30.094" v="504" actId="2696"/>
        <pc:sldMkLst>
          <pc:docMk/>
          <pc:sldMk cId="3433404634" sldId="278"/>
        </pc:sldMkLst>
      </pc:sldChg>
      <pc:sldChg chg="modSp add del">
        <pc:chgData name="patricia.mcmanus" userId="c5f88545-042c-4272-be52-738da46dc53a" providerId="ADAL" clId="{C79FDEE5-36C7-43D0-9D44-9B96E96D38BA}" dt="2024-01-24T23:01:05.074" v="1010" actId="47"/>
        <pc:sldMkLst>
          <pc:docMk/>
          <pc:sldMk cId="3594656326" sldId="278"/>
        </pc:sldMkLst>
        <pc:spChg chg="mod">
          <ac:chgData name="patricia.mcmanus" userId="c5f88545-042c-4272-be52-738da46dc53a" providerId="ADAL" clId="{C79FDEE5-36C7-43D0-9D44-9B96E96D38BA}" dt="2024-01-24T22:55:33.344" v="943"/>
          <ac:spMkLst>
            <pc:docMk/>
            <pc:sldMk cId="3594656326" sldId="278"/>
            <ac:spMk id="2" creationId="{1FDB6137-F31D-2589-48E2-2440D0355CBA}"/>
          </ac:spMkLst>
        </pc:spChg>
      </pc:sldChg>
      <pc:sldChg chg="modSp add del">
        <pc:chgData name="patricia.mcmanus" userId="c5f88545-042c-4272-be52-738da46dc53a" providerId="ADAL" clId="{C79FDEE5-36C7-43D0-9D44-9B96E96D38BA}" dt="2024-01-24T23:01:05.074" v="1010" actId="47"/>
        <pc:sldMkLst>
          <pc:docMk/>
          <pc:sldMk cId="803070073" sldId="279"/>
        </pc:sldMkLst>
        <pc:spChg chg="mod">
          <ac:chgData name="patricia.mcmanus" userId="c5f88545-042c-4272-be52-738da46dc53a" providerId="ADAL" clId="{C79FDEE5-36C7-43D0-9D44-9B96E96D38BA}" dt="2024-01-24T22:55:33.344" v="943"/>
          <ac:spMkLst>
            <pc:docMk/>
            <pc:sldMk cId="803070073" sldId="279"/>
            <ac:spMk id="2" creationId="{A26DCFBE-BB5A-5F06-5D63-9DF3F7FE4D04}"/>
          </ac:spMkLst>
        </pc:spChg>
        <pc:spChg chg="mod">
          <ac:chgData name="patricia.mcmanus" userId="c5f88545-042c-4272-be52-738da46dc53a" providerId="ADAL" clId="{C79FDEE5-36C7-43D0-9D44-9B96E96D38BA}" dt="2024-01-24T22:55:33.344" v="943"/>
          <ac:spMkLst>
            <pc:docMk/>
            <pc:sldMk cId="803070073" sldId="279"/>
            <ac:spMk id="3" creationId="{62297328-553E-725E-6936-648A3716B31C}"/>
          </ac:spMkLst>
        </pc:spChg>
      </pc:sldChg>
      <pc:sldChg chg="del mod modShow">
        <pc:chgData name="patricia.mcmanus" userId="c5f88545-042c-4272-be52-738da46dc53a" providerId="ADAL" clId="{C79FDEE5-36C7-43D0-9D44-9B96E96D38BA}" dt="2024-01-24T21:14:30.094" v="504" actId="2696"/>
        <pc:sldMkLst>
          <pc:docMk/>
          <pc:sldMk cId="1571747159" sldId="279"/>
        </pc:sldMkLst>
      </pc:sldChg>
      <pc:sldChg chg="modSp mod">
        <pc:chgData name="patricia.mcmanus" userId="c5f88545-042c-4272-be52-738da46dc53a" providerId="ADAL" clId="{C79FDEE5-36C7-43D0-9D44-9B96E96D38BA}" dt="2024-01-24T22:55:33.344" v="943"/>
        <pc:sldMkLst>
          <pc:docMk/>
          <pc:sldMk cId="957308844" sldId="280"/>
        </pc:sldMkLst>
        <pc:spChg chg="mod">
          <ac:chgData name="patricia.mcmanus" userId="c5f88545-042c-4272-be52-738da46dc53a" providerId="ADAL" clId="{C79FDEE5-36C7-43D0-9D44-9B96E96D38BA}" dt="2024-01-24T22:55:33.344" v="943"/>
          <ac:spMkLst>
            <pc:docMk/>
            <pc:sldMk cId="957308844" sldId="280"/>
            <ac:spMk id="2" creationId="{20CD6669-E40C-5539-3490-5D055C1A6E83}"/>
          </ac:spMkLst>
        </pc:spChg>
        <pc:spChg chg="mod">
          <ac:chgData name="patricia.mcmanus" userId="c5f88545-042c-4272-be52-738da46dc53a" providerId="ADAL" clId="{C79FDEE5-36C7-43D0-9D44-9B96E96D38BA}" dt="2024-01-24T21:44:21.532" v="628" actId="6549"/>
          <ac:spMkLst>
            <pc:docMk/>
            <pc:sldMk cId="957308844" sldId="280"/>
            <ac:spMk id="3" creationId="{A47BD0D3-90DC-51EE-3A21-D2D6A63C6C65}"/>
          </ac:spMkLst>
        </pc:spChg>
        <pc:picChg chg="mod">
          <ac:chgData name="patricia.mcmanus" userId="c5f88545-042c-4272-be52-738da46dc53a" providerId="ADAL" clId="{C79FDEE5-36C7-43D0-9D44-9B96E96D38BA}" dt="2024-01-24T21:44:13.425" v="624" actId="1076"/>
          <ac:picMkLst>
            <pc:docMk/>
            <pc:sldMk cId="957308844" sldId="280"/>
            <ac:picMk id="6" creationId="{DAB63977-5FB8-08BC-3F6C-0DCF9FC2F974}"/>
          </ac:picMkLst>
        </pc:picChg>
        <pc:picChg chg="mod">
          <ac:chgData name="patricia.mcmanus" userId="c5f88545-042c-4272-be52-738da46dc53a" providerId="ADAL" clId="{C79FDEE5-36C7-43D0-9D44-9B96E96D38BA}" dt="2024-01-24T21:44:10.487" v="623" actId="1076"/>
          <ac:picMkLst>
            <pc:docMk/>
            <pc:sldMk cId="957308844" sldId="280"/>
            <ac:picMk id="10" creationId="{E89C973A-C1D1-7D37-F76F-BF87B60038F8}"/>
          </ac:picMkLst>
        </pc:picChg>
      </pc:sldChg>
      <pc:sldChg chg="modSp">
        <pc:chgData name="patricia.mcmanus" userId="c5f88545-042c-4272-be52-738da46dc53a" providerId="ADAL" clId="{C79FDEE5-36C7-43D0-9D44-9B96E96D38BA}" dt="2024-01-24T22:55:33.344" v="943"/>
        <pc:sldMkLst>
          <pc:docMk/>
          <pc:sldMk cId="2934773649" sldId="282"/>
        </pc:sldMkLst>
        <pc:spChg chg="mod">
          <ac:chgData name="patricia.mcmanus" userId="c5f88545-042c-4272-be52-738da46dc53a" providerId="ADAL" clId="{C79FDEE5-36C7-43D0-9D44-9B96E96D38BA}" dt="2024-01-24T22:55:33.344" v="943"/>
          <ac:spMkLst>
            <pc:docMk/>
            <pc:sldMk cId="2934773649" sldId="282"/>
            <ac:spMk id="2" creationId="{526343BC-88E1-ADBF-FEF6-B178FA5D489B}"/>
          </ac:spMkLst>
        </pc:spChg>
        <pc:spChg chg="mod">
          <ac:chgData name="patricia.mcmanus" userId="c5f88545-042c-4272-be52-738da46dc53a" providerId="ADAL" clId="{C79FDEE5-36C7-43D0-9D44-9B96E96D38BA}" dt="2024-01-24T22:55:33.344" v="943"/>
          <ac:spMkLst>
            <pc:docMk/>
            <pc:sldMk cId="2934773649" sldId="282"/>
            <ac:spMk id="3" creationId="{08242413-D90B-4A6A-4609-40CAB3E530C7}"/>
          </ac:spMkLst>
        </pc:spChg>
      </pc:sldChg>
      <pc:sldChg chg="del">
        <pc:chgData name="patricia.mcmanus" userId="c5f88545-042c-4272-be52-738da46dc53a" providerId="ADAL" clId="{C79FDEE5-36C7-43D0-9D44-9B96E96D38BA}" dt="2024-01-24T21:45:11.312" v="629" actId="47"/>
        <pc:sldMkLst>
          <pc:docMk/>
          <pc:sldMk cId="1337258326" sldId="284"/>
        </pc:sldMkLst>
      </pc:sldChg>
      <pc:sldChg chg="modSp del mod ord modShow">
        <pc:chgData name="patricia.mcmanus" userId="c5f88545-042c-4272-be52-738da46dc53a" providerId="ADAL" clId="{C79FDEE5-36C7-43D0-9D44-9B96E96D38BA}" dt="2024-01-24T23:01:05.074" v="1010" actId="47"/>
        <pc:sldMkLst>
          <pc:docMk/>
          <pc:sldMk cId="3188190504" sldId="285"/>
        </pc:sldMkLst>
        <pc:spChg chg="mod">
          <ac:chgData name="patricia.mcmanus" userId="c5f88545-042c-4272-be52-738da46dc53a" providerId="ADAL" clId="{C79FDEE5-36C7-43D0-9D44-9B96E96D38BA}" dt="2024-01-24T22:55:33.344" v="943"/>
          <ac:spMkLst>
            <pc:docMk/>
            <pc:sldMk cId="3188190504" sldId="285"/>
            <ac:spMk id="2" creationId="{FDE2A641-AC3F-9EF7-5FA6-A1693956ADE7}"/>
          </ac:spMkLst>
        </pc:spChg>
        <pc:spChg chg="mod">
          <ac:chgData name="patricia.mcmanus" userId="c5f88545-042c-4272-be52-738da46dc53a" providerId="ADAL" clId="{C79FDEE5-36C7-43D0-9D44-9B96E96D38BA}" dt="2024-01-24T22:44:21.391" v="908" actId="1076"/>
          <ac:spMkLst>
            <pc:docMk/>
            <pc:sldMk cId="3188190504" sldId="285"/>
            <ac:spMk id="3" creationId="{0ACCBB25-7265-C8F7-37E9-4245804E4D66}"/>
          </ac:spMkLst>
        </pc:spChg>
      </pc:sldChg>
      <pc:sldChg chg="modSp mod ord">
        <pc:chgData name="patricia.mcmanus" userId="c5f88545-042c-4272-be52-738da46dc53a" providerId="ADAL" clId="{C79FDEE5-36C7-43D0-9D44-9B96E96D38BA}" dt="2024-01-24T22:59:05.587" v="990"/>
        <pc:sldMkLst>
          <pc:docMk/>
          <pc:sldMk cId="215254815" sldId="286"/>
        </pc:sldMkLst>
        <pc:spChg chg="mod">
          <ac:chgData name="patricia.mcmanus" userId="c5f88545-042c-4272-be52-738da46dc53a" providerId="ADAL" clId="{C79FDEE5-36C7-43D0-9D44-9B96E96D38BA}" dt="2024-01-24T22:55:33.344" v="943"/>
          <ac:spMkLst>
            <pc:docMk/>
            <pc:sldMk cId="215254815" sldId="286"/>
            <ac:spMk id="2" creationId="{FDE2A641-AC3F-9EF7-5FA6-A1693956ADE7}"/>
          </ac:spMkLst>
        </pc:spChg>
        <pc:spChg chg="mod">
          <ac:chgData name="patricia.mcmanus" userId="c5f88545-042c-4272-be52-738da46dc53a" providerId="ADAL" clId="{C79FDEE5-36C7-43D0-9D44-9B96E96D38BA}" dt="2024-01-24T22:44:52.819" v="912" actId="1076"/>
          <ac:spMkLst>
            <pc:docMk/>
            <pc:sldMk cId="215254815" sldId="286"/>
            <ac:spMk id="3" creationId="{0ACCBB25-7265-C8F7-37E9-4245804E4D66}"/>
          </ac:spMkLst>
        </pc:spChg>
      </pc:sldChg>
      <pc:sldChg chg="modSp ord">
        <pc:chgData name="patricia.mcmanus" userId="c5f88545-042c-4272-be52-738da46dc53a" providerId="ADAL" clId="{C79FDEE5-36C7-43D0-9D44-9B96E96D38BA}" dt="2024-01-24T22:59:42.441" v="995"/>
        <pc:sldMkLst>
          <pc:docMk/>
          <pc:sldMk cId="2679523042" sldId="288"/>
        </pc:sldMkLst>
        <pc:spChg chg="mod">
          <ac:chgData name="patricia.mcmanus" userId="c5f88545-042c-4272-be52-738da46dc53a" providerId="ADAL" clId="{C79FDEE5-36C7-43D0-9D44-9B96E96D38BA}" dt="2024-01-24T22:55:33.344" v="943"/>
          <ac:spMkLst>
            <pc:docMk/>
            <pc:sldMk cId="2679523042" sldId="288"/>
            <ac:spMk id="2" creationId="{794A6888-BABC-CEDA-4AE7-BD8802BF5A36}"/>
          </ac:spMkLst>
        </pc:spChg>
      </pc:sldChg>
      <pc:sldChg chg="del">
        <pc:chgData name="patricia.mcmanus" userId="c5f88545-042c-4272-be52-738da46dc53a" providerId="ADAL" clId="{C79FDEE5-36C7-43D0-9D44-9B96E96D38BA}" dt="2024-01-24T20:59:49.635" v="464" actId="47"/>
        <pc:sldMkLst>
          <pc:docMk/>
          <pc:sldMk cId="3057139158" sldId="290"/>
        </pc:sldMkLst>
      </pc:sldChg>
      <pc:sldChg chg="modSp mod ord">
        <pc:chgData name="patricia.mcmanus" userId="c5f88545-042c-4272-be52-738da46dc53a" providerId="ADAL" clId="{C79FDEE5-36C7-43D0-9D44-9B96E96D38BA}" dt="2024-01-24T22:55:33.344" v="943"/>
        <pc:sldMkLst>
          <pc:docMk/>
          <pc:sldMk cId="3820821507" sldId="292"/>
        </pc:sldMkLst>
        <pc:spChg chg="mod">
          <ac:chgData name="patricia.mcmanus" userId="c5f88545-042c-4272-be52-738da46dc53a" providerId="ADAL" clId="{C79FDEE5-36C7-43D0-9D44-9B96E96D38BA}" dt="2024-01-24T22:55:33.344" v="943"/>
          <ac:spMkLst>
            <pc:docMk/>
            <pc:sldMk cId="3820821507" sldId="292"/>
            <ac:spMk id="2" creationId="{7123A98C-5E99-1863-6077-9FB5C725A7D4}"/>
          </ac:spMkLst>
        </pc:spChg>
        <pc:spChg chg="mod">
          <ac:chgData name="patricia.mcmanus" userId="c5f88545-042c-4272-be52-738da46dc53a" providerId="ADAL" clId="{C79FDEE5-36C7-43D0-9D44-9B96E96D38BA}" dt="2024-01-24T22:41:02.214" v="896" actId="1076"/>
          <ac:spMkLst>
            <pc:docMk/>
            <pc:sldMk cId="3820821507" sldId="292"/>
            <ac:spMk id="3" creationId="{74976CD0-4B4F-2B71-CD34-C2827006A7D1}"/>
          </ac:spMkLst>
        </pc:spChg>
      </pc:sldChg>
      <pc:sldChg chg="modSp">
        <pc:chgData name="patricia.mcmanus" userId="c5f88545-042c-4272-be52-738da46dc53a" providerId="ADAL" clId="{C79FDEE5-36C7-43D0-9D44-9B96E96D38BA}" dt="2024-01-24T22:55:33.344" v="943"/>
        <pc:sldMkLst>
          <pc:docMk/>
          <pc:sldMk cId="1709532109" sldId="293"/>
        </pc:sldMkLst>
        <pc:spChg chg="mod">
          <ac:chgData name="patricia.mcmanus" userId="c5f88545-042c-4272-be52-738da46dc53a" providerId="ADAL" clId="{C79FDEE5-36C7-43D0-9D44-9B96E96D38BA}" dt="2024-01-24T22:55:33.344" v="943"/>
          <ac:spMkLst>
            <pc:docMk/>
            <pc:sldMk cId="1709532109" sldId="293"/>
            <ac:spMk id="2" creationId="{7123A98C-5E99-1863-6077-9FB5C725A7D4}"/>
          </ac:spMkLst>
        </pc:spChg>
        <pc:spChg chg="mod">
          <ac:chgData name="patricia.mcmanus" userId="c5f88545-042c-4272-be52-738da46dc53a" providerId="ADAL" clId="{C79FDEE5-36C7-43D0-9D44-9B96E96D38BA}" dt="2024-01-24T22:55:33.344" v="943"/>
          <ac:spMkLst>
            <pc:docMk/>
            <pc:sldMk cId="1709532109" sldId="293"/>
            <ac:spMk id="3" creationId="{74976CD0-4B4F-2B71-CD34-C2827006A7D1}"/>
          </ac:spMkLst>
        </pc:spChg>
      </pc:sldChg>
      <pc:sldChg chg="modSp mod ord">
        <pc:chgData name="patricia.mcmanus" userId="c5f88545-042c-4272-be52-738da46dc53a" providerId="ADAL" clId="{C79FDEE5-36C7-43D0-9D44-9B96E96D38BA}" dt="2024-01-24T23:00:37.084" v="1009"/>
        <pc:sldMkLst>
          <pc:docMk/>
          <pc:sldMk cId="2894390786" sldId="294"/>
        </pc:sldMkLst>
        <pc:spChg chg="mod">
          <ac:chgData name="patricia.mcmanus" userId="c5f88545-042c-4272-be52-738da46dc53a" providerId="ADAL" clId="{C79FDEE5-36C7-43D0-9D44-9B96E96D38BA}" dt="2024-01-24T23:00:02.923" v="1007" actId="20577"/>
          <ac:spMkLst>
            <pc:docMk/>
            <pc:sldMk cId="2894390786" sldId="294"/>
            <ac:spMk id="2" creationId="{C9641E96-9303-DC4F-260E-9B86A96EA6A7}"/>
          </ac:spMkLst>
        </pc:spChg>
      </pc:sldChg>
      <pc:sldChg chg="modSp">
        <pc:chgData name="patricia.mcmanus" userId="c5f88545-042c-4272-be52-738da46dc53a" providerId="ADAL" clId="{C79FDEE5-36C7-43D0-9D44-9B96E96D38BA}" dt="2024-01-24T22:55:33.344" v="943"/>
        <pc:sldMkLst>
          <pc:docMk/>
          <pc:sldMk cId="2251146615" sldId="296"/>
        </pc:sldMkLst>
        <pc:spChg chg="mod">
          <ac:chgData name="patricia.mcmanus" userId="c5f88545-042c-4272-be52-738da46dc53a" providerId="ADAL" clId="{C79FDEE5-36C7-43D0-9D44-9B96E96D38BA}" dt="2024-01-24T22:55:33.344" v="943"/>
          <ac:spMkLst>
            <pc:docMk/>
            <pc:sldMk cId="2251146615" sldId="296"/>
            <ac:spMk id="2" creationId="{633930F1-51FB-6BC0-3B8D-63C8640B0CFE}"/>
          </ac:spMkLst>
        </pc:spChg>
      </pc:sldChg>
      <pc:sldChg chg="delSp modSp mod">
        <pc:chgData name="patricia.mcmanus" userId="c5f88545-042c-4272-be52-738da46dc53a" providerId="ADAL" clId="{C79FDEE5-36C7-43D0-9D44-9B96E96D38BA}" dt="2024-01-24T23:03:11.754" v="1019" actId="478"/>
        <pc:sldMkLst>
          <pc:docMk/>
          <pc:sldMk cId="1942460425" sldId="297"/>
        </pc:sldMkLst>
        <pc:spChg chg="mod">
          <ac:chgData name="patricia.mcmanus" userId="c5f88545-042c-4272-be52-738da46dc53a" providerId="ADAL" clId="{C79FDEE5-36C7-43D0-9D44-9B96E96D38BA}" dt="2024-01-24T23:03:05.198" v="1017" actId="6549"/>
          <ac:spMkLst>
            <pc:docMk/>
            <pc:sldMk cId="1942460425" sldId="297"/>
            <ac:spMk id="2" creationId="{1C94ACFC-98AD-FF99-E9B9-C4A2EEBADE04}"/>
          </ac:spMkLst>
        </pc:spChg>
        <pc:spChg chg="mod">
          <ac:chgData name="patricia.mcmanus" userId="c5f88545-042c-4272-be52-738da46dc53a" providerId="ADAL" clId="{C79FDEE5-36C7-43D0-9D44-9B96E96D38BA}" dt="2024-01-24T23:03:09.115" v="1018" actId="1076"/>
          <ac:spMkLst>
            <pc:docMk/>
            <pc:sldMk cId="1942460425" sldId="297"/>
            <ac:spMk id="3" creationId="{0601D241-69C4-CE66-81AB-2D8AEADD29DC}"/>
          </ac:spMkLst>
        </pc:spChg>
        <pc:picChg chg="del">
          <ac:chgData name="patricia.mcmanus" userId="c5f88545-042c-4272-be52-738da46dc53a" providerId="ADAL" clId="{C79FDEE5-36C7-43D0-9D44-9B96E96D38BA}" dt="2024-01-24T23:03:11.754" v="1019" actId="478"/>
          <ac:picMkLst>
            <pc:docMk/>
            <pc:sldMk cId="1942460425" sldId="297"/>
            <ac:picMk id="5" creationId="{DDDBFEAD-41A8-53B9-B036-B621FBFC21F0}"/>
          </ac:picMkLst>
        </pc:picChg>
      </pc:sldChg>
      <pc:sldChg chg="modSp mod">
        <pc:chgData name="patricia.mcmanus" userId="c5f88545-042c-4272-be52-738da46dc53a" providerId="ADAL" clId="{C79FDEE5-36C7-43D0-9D44-9B96E96D38BA}" dt="2024-01-24T23:03:17.505" v="1020" actId="1076"/>
        <pc:sldMkLst>
          <pc:docMk/>
          <pc:sldMk cId="780470273" sldId="299"/>
        </pc:sldMkLst>
        <pc:spChg chg="mod">
          <ac:chgData name="patricia.mcmanus" userId="c5f88545-042c-4272-be52-738da46dc53a" providerId="ADAL" clId="{C79FDEE5-36C7-43D0-9D44-9B96E96D38BA}" dt="2024-01-24T22:55:33.344" v="943"/>
          <ac:spMkLst>
            <pc:docMk/>
            <pc:sldMk cId="780470273" sldId="299"/>
            <ac:spMk id="2" creationId="{633930F1-51FB-6BC0-3B8D-63C8640B0CFE}"/>
          </ac:spMkLst>
        </pc:spChg>
        <pc:spChg chg="mod">
          <ac:chgData name="patricia.mcmanus" userId="c5f88545-042c-4272-be52-738da46dc53a" providerId="ADAL" clId="{C79FDEE5-36C7-43D0-9D44-9B96E96D38BA}" dt="2024-01-24T23:03:17.505" v="1020" actId="1076"/>
          <ac:spMkLst>
            <pc:docMk/>
            <pc:sldMk cId="780470273" sldId="299"/>
            <ac:spMk id="3" creationId="{8EDBA946-7DC6-EAF5-7295-D495498313DC}"/>
          </ac:spMkLst>
        </pc:spChg>
      </pc:sldChg>
      <pc:sldChg chg="modSp mod">
        <pc:chgData name="patricia.mcmanus" userId="c5f88545-042c-4272-be52-738da46dc53a" providerId="ADAL" clId="{C79FDEE5-36C7-43D0-9D44-9B96E96D38BA}" dt="2024-01-24T22:56:45.492" v="973" actId="1076"/>
        <pc:sldMkLst>
          <pc:docMk/>
          <pc:sldMk cId="2408836737" sldId="300"/>
        </pc:sldMkLst>
        <pc:spChg chg="mod">
          <ac:chgData name="patricia.mcmanus" userId="c5f88545-042c-4272-be52-738da46dc53a" providerId="ADAL" clId="{C79FDEE5-36C7-43D0-9D44-9B96E96D38BA}" dt="2024-01-24T22:55:33.344" v="943"/>
          <ac:spMkLst>
            <pc:docMk/>
            <pc:sldMk cId="2408836737" sldId="300"/>
            <ac:spMk id="2" creationId="{DB62BF08-2817-B975-1EE2-15F372649D1B}"/>
          </ac:spMkLst>
        </pc:spChg>
        <pc:spChg chg="mod">
          <ac:chgData name="patricia.mcmanus" userId="c5f88545-042c-4272-be52-738da46dc53a" providerId="ADAL" clId="{C79FDEE5-36C7-43D0-9D44-9B96E96D38BA}" dt="2024-01-24T22:56:45.492" v="973" actId="1076"/>
          <ac:spMkLst>
            <pc:docMk/>
            <pc:sldMk cId="2408836737" sldId="300"/>
            <ac:spMk id="3" creationId="{0563C32A-C324-D74D-8E5E-62D0C5E5D903}"/>
          </ac:spMkLst>
        </pc:spChg>
      </pc:sldChg>
      <pc:sldChg chg="modSp mod">
        <pc:chgData name="patricia.mcmanus" userId="c5f88545-042c-4272-be52-738da46dc53a" providerId="ADAL" clId="{C79FDEE5-36C7-43D0-9D44-9B96E96D38BA}" dt="2024-01-24T23:01:15.464" v="1012" actId="207"/>
        <pc:sldMkLst>
          <pc:docMk/>
          <pc:sldMk cId="351990114" sldId="301"/>
        </pc:sldMkLst>
        <pc:spChg chg="mod">
          <ac:chgData name="patricia.mcmanus" userId="c5f88545-042c-4272-be52-738da46dc53a" providerId="ADAL" clId="{C79FDEE5-36C7-43D0-9D44-9B96E96D38BA}" dt="2024-01-24T22:55:33.344" v="943"/>
          <ac:spMkLst>
            <pc:docMk/>
            <pc:sldMk cId="351990114" sldId="301"/>
            <ac:spMk id="2" creationId="{3BE51DE1-4843-F154-5220-77D367D5357C}"/>
          </ac:spMkLst>
        </pc:spChg>
        <pc:spChg chg="mod">
          <ac:chgData name="patricia.mcmanus" userId="c5f88545-042c-4272-be52-738da46dc53a" providerId="ADAL" clId="{C79FDEE5-36C7-43D0-9D44-9B96E96D38BA}" dt="2024-01-24T23:01:15.464" v="1012" actId="207"/>
          <ac:spMkLst>
            <pc:docMk/>
            <pc:sldMk cId="351990114" sldId="301"/>
            <ac:spMk id="3" creationId="{EC8FF102-F730-D0C1-0DFC-F0DC74CA8929}"/>
          </ac:spMkLst>
        </pc:spChg>
      </pc:sldChg>
      <pc:sldChg chg="delSp modSp mod">
        <pc:chgData name="patricia.mcmanus" userId="c5f88545-042c-4272-be52-738da46dc53a" providerId="ADAL" clId="{C79FDEE5-36C7-43D0-9D44-9B96E96D38BA}" dt="2024-01-24T23:03:26.944" v="1021" actId="6549"/>
        <pc:sldMkLst>
          <pc:docMk/>
          <pc:sldMk cId="1013537731" sldId="302"/>
        </pc:sldMkLst>
        <pc:spChg chg="mod">
          <ac:chgData name="patricia.mcmanus" userId="c5f88545-042c-4272-be52-738da46dc53a" providerId="ADAL" clId="{C79FDEE5-36C7-43D0-9D44-9B96E96D38BA}" dt="2024-01-24T23:03:26.944" v="1021" actId="6549"/>
          <ac:spMkLst>
            <pc:docMk/>
            <pc:sldMk cId="1013537731" sldId="302"/>
            <ac:spMk id="2" creationId="{98AC0734-87F4-9F98-02BB-014C89720FFC}"/>
          </ac:spMkLst>
        </pc:spChg>
        <pc:spChg chg="mod">
          <ac:chgData name="patricia.mcmanus" userId="c5f88545-042c-4272-be52-738da46dc53a" providerId="ADAL" clId="{C79FDEE5-36C7-43D0-9D44-9B96E96D38BA}" dt="2024-01-24T22:56:30.156" v="969" actId="5793"/>
          <ac:spMkLst>
            <pc:docMk/>
            <pc:sldMk cId="1013537731" sldId="302"/>
            <ac:spMk id="3" creationId="{F16A4D7C-0077-4FE5-D35C-C13B9E5FA2B4}"/>
          </ac:spMkLst>
        </pc:spChg>
        <pc:picChg chg="mod">
          <ac:chgData name="patricia.mcmanus" userId="c5f88545-042c-4272-be52-738da46dc53a" providerId="ADAL" clId="{C79FDEE5-36C7-43D0-9D44-9B96E96D38BA}" dt="2024-01-24T22:56:35.824" v="972" actId="1076"/>
          <ac:picMkLst>
            <pc:docMk/>
            <pc:sldMk cId="1013537731" sldId="302"/>
            <ac:picMk id="5" creationId="{0BFCD425-0FE5-FF22-A3D2-0D8B45B3BD9B}"/>
          </ac:picMkLst>
        </pc:picChg>
        <pc:picChg chg="del mod">
          <ac:chgData name="patricia.mcmanus" userId="c5f88545-042c-4272-be52-738da46dc53a" providerId="ADAL" clId="{C79FDEE5-36C7-43D0-9D44-9B96E96D38BA}" dt="2024-01-24T22:56:20.091" v="967" actId="478"/>
          <ac:picMkLst>
            <pc:docMk/>
            <pc:sldMk cId="1013537731" sldId="302"/>
            <ac:picMk id="7" creationId="{12FBC61F-9275-9CD3-6AB2-C93E558C6D47}"/>
          </ac:picMkLst>
        </pc:picChg>
        <pc:picChg chg="mod">
          <ac:chgData name="patricia.mcmanus" userId="c5f88545-042c-4272-be52-738da46dc53a" providerId="ADAL" clId="{C79FDEE5-36C7-43D0-9D44-9B96E96D38BA}" dt="2024-01-24T22:56:25.757" v="968" actId="1076"/>
          <ac:picMkLst>
            <pc:docMk/>
            <pc:sldMk cId="1013537731" sldId="302"/>
            <ac:picMk id="9" creationId="{688367FF-E694-8072-172B-FBF2B9B59A74}"/>
          </ac:picMkLst>
        </pc:picChg>
      </pc:sldChg>
      <pc:sldChg chg="addSp modSp new mod modNotesTx">
        <pc:chgData name="patricia.mcmanus" userId="c5f88545-042c-4272-be52-738da46dc53a" providerId="ADAL" clId="{C79FDEE5-36C7-43D0-9D44-9B96E96D38BA}" dt="2024-01-24T22:55:33.344" v="943"/>
        <pc:sldMkLst>
          <pc:docMk/>
          <pc:sldMk cId="1297726197" sldId="303"/>
        </pc:sldMkLst>
        <pc:spChg chg="mod">
          <ac:chgData name="patricia.mcmanus" userId="c5f88545-042c-4272-be52-738da46dc53a" providerId="ADAL" clId="{C79FDEE5-36C7-43D0-9D44-9B96E96D38BA}" dt="2024-01-24T22:55:33.344" v="943"/>
          <ac:spMkLst>
            <pc:docMk/>
            <pc:sldMk cId="1297726197" sldId="303"/>
            <ac:spMk id="2" creationId="{81781B18-4C7C-AC68-D314-F1B308112F77}"/>
          </ac:spMkLst>
        </pc:spChg>
        <pc:spChg chg="mod">
          <ac:chgData name="patricia.mcmanus" userId="c5f88545-042c-4272-be52-738da46dc53a" providerId="ADAL" clId="{C79FDEE5-36C7-43D0-9D44-9B96E96D38BA}" dt="2024-01-24T19:43:41.445" v="122" actId="1076"/>
          <ac:spMkLst>
            <pc:docMk/>
            <pc:sldMk cId="1297726197" sldId="303"/>
            <ac:spMk id="3" creationId="{90598DD8-48BF-C425-BCDC-6C4A2ECF5542}"/>
          </ac:spMkLst>
        </pc:spChg>
        <pc:picChg chg="add mod">
          <ac:chgData name="patricia.mcmanus" userId="c5f88545-042c-4272-be52-738da46dc53a" providerId="ADAL" clId="{C79FDEE5-36C7-43D0-9D44-9B96E96D38BA}" dt="2024-01-23T23:38:14.029" v="50" actId="1076"/>
          <ac:picMkLst>
            <pc:docMk/>
            <pc:sldMk cId="1297726197" sldId="303"/>
            <ac:picMk id="5" creationId="{EE18B264-F014-7D35-EC94-F6D235A2E9BD}"/>
          </ac:picMkLst>
        </pc:picChg>
      </pc:sldChg>
      <pc:sldChg chg="modSp new mod">
        <pc:chgData name="patricia.mcmanus" userId="c5f88545-042c-4272-be52-738da46dc53a" providerId="ADAL" clId="{C79FDEE5-36C7-43D0-9D44-9B96E96D38BA}" dt="2024-01-24T22:55:33.344" v="943"/>
        <pc:sldMkLst>
          <pc:docMk/>
          <pc:sldMk cId="3034125947" sldId="304"/>
        </pc:sldMkLst>
        <pc:spChg chg="mod">
          <ac:chgData name="patricia.mcmanus" userId="c5f88545-042c-4272-be52-738da46dc53a" providerId="ADAL" clId="{C79FDEE5-36C7-43D0-9D44-9B96E96D38BA}" dt="2024-01-24T22:55:33.344" v="943"/>
          <ac:spMkLst>
            <pc:docMk/>
            <pc:sldMk cId="3034125947" sldId="304"/>
            <ac:spMk id="2" creationId="{897E9940-ACEE-18A8-8831-DA801E3426B1}"/>
          </ac:spMkLst>
        </pc:spChg>
        <pc:spChg chg="mod">
          <ac:chgData name="patricia.mcmanus" userId="c5f88545-042c-4272-be52-738da46dc53a" providerId="ADAL" clId="{C79FDEE5-36C7-43D0-9D44-9B96E96D38BA}" dt="2024-01-24T22:55:33.344" v="943"/>
          <ac:spMkLst>
            <pc:docMk/>
            <pc:sldMk cId="3034125947" sldId="304"/>
            <ac:spMk id="3" creationId="{E1504A65-3B11-2A77-D0D8-0B0B9AF90D4B}"/>
          </ac:spMkLst>
        </pc:spChg>
      </pc:sldChg>
      <pc:sldChg chg="addSp delSp modSp new mod">
        <pc:chgData name="patricia.mcmanus" userId="c5f88545-042c-4272-be52-738da46dc53a" providerId="ADAL" clId="{C79FDEE5-36C7-43D0-9D44-9B96E96D38BA}" dt="2024-01-24T19:32:19.300" v="121" actId="14100"/>
        <pc:sldMkLst>
          <pc:docMk/>
          <pc:sldMk cId="1320477103" sldId="305"/>
        </pc:sldMkLst>
        <pc:spChg chg="mod">
          <ac:chgData name="patricia.mcmanus" userId="c5f88545-042c-4272-be52-738da46dc53a" providerId="ADAL" clId="{C79FDEE5-36C7-43D0-9D44-9B96E96D38BA}" dt="2024-01-24T19:24:54.322" v="112" actId="2711"/>
          <ac:spMkLst>
            <pc:docMk/>
            <pc:sldMk cId="1320477103" sldId="305"/>
            <ac:spMk id="2" creationId="{3B8F26C7-2FE1-3642-B054-1D6E5C25D2AD}"/>
          </ac:spMkLst>
        </pc:spChg>
        <pc:spChg chg="del">
          <ac:chgData name="patricia.mcmanus" userId="c5f88545-042c-4272-be52-738da46dc53a" providerId="ADAL" clId="{C79FDEE5-36C7-43D0-9D44-9B96E96D38BA}" dt="2024-01-24T19:32:12.105" v="119"/>
          <ac:spMkLst>
            <pc:docMk/>
            <pc:sldMk cId="1320477103" sldId="305"/>
            <ac:spMk id="3" creationId="{80ABD6D0-35E9-769A-2DDE-4B61343A101B}"/>
          </ac:spMkLst>
        </pc:spChg>
        <pc:picChg chg="add mod">
          <ac:chgData name="patricia.mcmanus" userId="c5f88545-042c-4272-be52-738da46dc53a" providerId="ADAL" clId="{C79FDEE5-36C7-43D0-9D44-9B96E96D38BA}" dt="2024-01-24T19:32:19.300" v="121" actId="14100"/>
          <ac:picMkLst>
            <pc:docMk/>
            <pc:sldMk cId="1320477103" sldId="305"/>
            <ac:picMk id="4" creationId="{F9906F19-70AF-4308-FB09-7A3EF8879899}"/>
          </ac:picMkLst>
        </pc:picChg>
      </pc:sldChg>
      <pc:sldChg chg="addSp modSp new mod modNotesTx">
        <pc:chgData name="patricia.mcmanus" userId="c5f88545-042c-4272-be52-738da46dc53a" providerId="ADAL" clId="{C79FDEE5-36C7-43D0-9D44-9B96E96D38BA}" dt="2024-01-24T22:55:33.344" v="943"/>
        <pc:sldMkLst>
          <pc:docMk/>
          <pc:sldMk cId="3621178188" sldId="306"/>
        </pc:sldMkLst>
        <pc:spChg chg="mod">
          <ac:chgData name="patricia.mcmanus" userId="c5f88545-042c-4272-be52-738da46dc53a" providerId="ADAL" clId="{C79FDEE5-36C7-43D0-9D44-9B96E96D38BA}" dt="2024-01-24T22:55:33.344" v="943"/>
          <ac:spMkLst>
            <pc:docMk/>
            <pc:sldMk cId="3621178188" sldId="306"/>
            <ac:spMk id="2" creationId="{2F6E585F-E28D-4315-58E7-593062303BF2}"/>
          </ac:spMkLst>
        </pc:spChg>
        <pc:spChg chg="mod">
          <ac:chgData name="patricia.mcmanus" userId="c5f88545-042c-4272-be52-738da46dc53a" providerId="ADAL" clId="{C79FDEE5-36C7-43D0-9D44-9B96E96D38BA}" dt="2024-01-24T20:16:18.900" v="307" actId="14100"/>
          <ac:spMkLst>
            <pc:docMk/>
            <pc:sldMk cId="3621178188" sldId="306"/>
            <ac:spMk id="3" creationId="{665DDFBC-B838-37AD-F749-9318C3BAE1B7}"/>
          </ac:spMkLst>
        </pc:spChg>
        <pc:spChg chg="add mod">
          <ac:chgData name="patricia.mcmanus" userId="c5f88545-042c-4272-be52-738da46dc53a" providerId="ADAL" clId="{C79FDEE5-36C7-43D0-9D44-9B96E96D38BA}" dt="2024-01-24T20:16:12.828" v="306" actId="1076"/>
          <ac:spMkLst>
            <pc:docMk/>
            <pc:sldMk cId="3621178188" sldId="306"/>
            <ac:spMk id="7" creationId="{5B24F67B-9E3A-8821-BF69-34E0464C9808}"/>
          </ac:spMkLst>
        </pc:spChg>
        <pc:picChg chg="add">
          <ac:chgData name="patricia.mcmanus" userId="c5f88545-042c-4272-be52-738da46dc53a" providerId="ADAL" clId="{C79FDEE5-36C7-43D0-9D44-9B96E96D38BA}" dt="2024-01-24T19:47:59.186" v="183"/>
          <ac:picMkLst>
            <pc:docMk/>
            <pc:sldMk cId="3621178188" sldId="306"/>
            <ac:picMk id="4" creationId="{DBC37885-B056-2BE4-6745-CE141A9C9CED}"/>
          </ac:picMkLst>
        </pc:picChg>
        <pc:picChg chg="add mod">
          <ac:chgData name="patricia.mcmanus" userId="c5f88545-042c-4272-be52-738da46dc53a" providerId="ADAL" clId="{C79FDEE5-36C7-43D0-9D44-9B96E96D38BA}" dt="2024-01-24T20:16:27.529" v="310" actId="1076"/>
          <ac:picMkLst>
            <pc:docMk/>
            <pc:sldMk cId="3621178188" sldId="306"/>
            <ac:picMk id="5" creationId="{AAB390B4-D180-136A-3B91-8A172672D50C}"/>
          </ac:picMkLst>
        </pc:picChg>
        <pc:picChg chg="add mod">
          <ac:chgData name="patricia.mcmanus" userId="c5f88545-042c-4272-be52-738da46dc53a" providerId="ADAL" clId="{C79FDEE5-36C7-43D0-9D44-9B96E96D38BA}" dt="2024-01-24T20:16:25.033" v="309" actId="1076"/>
          <ac:picMkLst>
            <pc:docMk/>
            <pc:sldMk cId="3621178188" sldId="306"/>
            <ac:picMk id="8" creationId="{4F6E805B-F303-4F12-5951-C87D2B66F6EF}"/>
          </ac:picMkLst>
        </pc:picChg>
        <pc:picChg chg="add mod">
          <ac:chgData name="patricia.mcmanus" userId="c5f88545-042c-4272-be52-738da46dc53a" providerId="ADAL" clId="{C79FDEE5-36C7-43D0-9D44-9B96E96D38BA}" dt="2024-01-24T20:16:20.959" v="308" actId="1076"/>
          <ac:picMkLst>
            <pc:docMk/>
            <pc:sldMk cId="3621178188" sldId="306"/>
            <ac:picMk id="9" creationId="{437FD5C0-DB10-52B3-BDA4-06481C06B1BF}"/>
          </ac:picMkLst>
        </pc:picChg>
      </pc:sldChg>
      <pc:sldChg chg="addSp modSp new mod">
        <pc:chgData name="patricia.mcmanus" userId="c5f88545-042c-4272-be52-738da46dc53a" providerId="ADAL" clId="{C79FDEE5-36C7-43D0-9D44-9B96E96D38BA}" dt="2024-01-24T22:55:33.344" v="943"/>
        <pc:sldMkLst>
          <pc:docMk/>
          <pc:sldMk cId="3701205129" sldId="307"/>
        </pc:sldMkLst>
        <pc:spChg chg="mod">
          <ac:chgData name="patricia.mcmanus" userId="c5f88545-042c-4272-be52-738da46dc53a" providerId="ADAL" clId="{C79FDEE5-36C7-43D0-9D44-9B96E96D38BA}" dt="2024-01-24T20:30:54.040" v="384" actId="1076"/>
          <ac:spMkLst>
            <pc:docMk/>
            <pc:sldMk cId="3701205129" sldId="307"/>
            <ac:spMk id="2" creationId="{B86D2026-0BF1-F043-399D-5E3F83CF8B60}"/>
          </ac:spMkLst>
        </pc:spChg>
        <pc:spChg chg="mod">
          <ac:chgData name="patricia.mcmanus" userId="c5f88545-042c-4272-be52-738da46dc53a" providerId="ADAL" clId="{C79FDEE5-36C7-43D0-9D44-9B96E96D38BA}" dt="2024-01-24T22:55:33.344" v="943"/>
          <ac:spMkLst>
            <pc:docMk/>
            <pc:sldMk cId="3701205129" sldId="307"/>
            <ac:spMk id="3" creationId="{A96CC46B-2DA3-1387-6F57-99966B8B99D9}"/>
          </ac:spMkLst>
        </pc:spChg>
        <pc:picChg chg="add mod">
          <ac:chgData name="patricia.mcmanus" userId="c5f88545-042c-4272-be52-738da46dc53a" providerId="ADAL" clId="{C79FDEE5-36C7-43D0-9D44-9B96E96D38BA}" dt="2024-01-24T20:30:45.244" v="383" actId="1440"/>
          <ac:picMkLst>
            <pc:docMk/>
            <pc:sldMk cId="3701205129" sldId="307"/>
            <ac:picMk id="4" creationId="{FC37F560-8AE4-5A09-8BF0-DC1D4A06ACBB}"/>
          </ac:picMkLst>
        </pc:picChg>
      </pc:sldChg>
      <pc:sldChg chg="modSp new mod">
        <pc:chgData name="patricia.mcmanus" userId="c5f88545-042c-4272-be52-738da46dc53a" providerId="ADAL" clId="{C79FDEE5-36C7-43D0-9D44-9B96E96D38BA}" dt="2024-01-24T20:31:03.129" v="386" actId="14100"/>
        <pc:sldMkLst>
          <pc:docMk/>
          <pc:sldMk cId="2298071724" sldId="308"/>
        </pc:sldMkLst>
        <pc:spChg chg="mod">
          <ac:chgData name="patricia.mcmanus" userId="c5f88545-042c-4272-be52-738da46dc53a" providerId="ADAL" clId="{C79FDEE5-36C7-43D0-9D44-9B96E96D38BA}" dt="2024-01-24T20:30:57.968" v="385" actId="1076"/>
          <ac:spMkLst>
            <pc:docMk/>
            <pc:sldMk cId="2298071724" sldId="308"/>
            <ac:spMk id="2" creationId="{BE850071-AA28-FC74-69B7-A36745545505}"/>
          </ac:spMkLst>
        </pc:spChg>
        <pc:spChg chg="mod">
          <ac:chgData name="patricia.mcmanus" userId="c5f88545-042c-4272-be52-738da46dc53a" providerId="ADAL" clId="{C79FDEE5-36C7-43D0-9D44-9B96E96D38BA}" dt="2024-01-24T20:31:03.129" v="386" actId="14100"/>
          <ac:spMkLst>
            <pc:docMk/>
            <pc:sldMk cId="2298071724" sldId="308"/>
            <ac:spMk id="3" creationId="{85173515-DC31-A60B-A66C-3EE47DE1A77C}"/>
          </ac:spMkLst>
        </pc:spChg>
      </pc:sldChg>
      <pc:sldChg chg="addSp modSp new mod modNotesTx">
        <pc:chgData name="patricia.mcmanus" userId="c5f88545-042c-4272-be52-738da46dc53a" providerId="ADAL" clId="{C79FDEE5-36C7-43D0-9D44-9B96E96D38BA}" dt="2024-01-24T22:55:33.344" v="943"/>
        <pc:sldMkLst>
          <pc:docMk/>
          <pc:sldMk cId="495530307" sldId="309"/>
        </pc:sldMkLst>
        <pc:spChg chg="mod">
          <ac:chgData name="patricia.mcmanus" userId="c5f88545-042c-4272-be52-738da46dc53a" providerId="ADAL" clId="{C79FDEE5-36C7-43D0-9D44-9B96E96D38BA}" dt="2024-01-24T22:55:33.344" v="943"/>
          <ac:spMkLst>
            <pc:docMk/>
            <pc:sldMk cId="495530307" sldId="309"/>
            <ac:spMk id="2" creationId="{7E8E3CFF-5AF2-1CCC-8480-34726D648C4F}"/>
          </ac:spMkLst>
        </pc:spChg>
        <pc:spChg chg="mod">
          <ac:chgData name="patricia.mcmanus" userId="c5f88545-042c-4272-be52-738da46dc53a" providerId="ADAL" clId="{C79FDEE5-36C7-43D0-9D44-9B96E96D38BA}" dt="2024-01-24T20:22:54.709" v="359" actId="1076"/>
          <ac:spMkLst>
            <pc:docMk/>
            <pc:sldMk cId="495530307" sldId="309"/>
            <ac:spMk id="3" creationId="{2833C47B-82B3-C7FA-77AA-785363D34FA6}"/>
          </ac:spMkLst>
        </pc:spChg>
        <pc:picChg chg="add mod">
          <ac:chgData name="patricia.mcmanus" userId="c5f88545-042c-4272-be52-738da46dc53a" providerId="ADAL" clId="{C79FDEE5-36C7-43D0-9D44-9B96E96D38BA}" dt="2024-01-24T20:22:57.292" v="360" actId="14100"/>
          <ac:picMkLst>
            <pc:docMk/>
            <pc:sldMk cId="495530307" sldId="309"/>
            <ac:picMk id="5" creationId="{7CB3FDBD-1340-6CA7-A2FC-7BCC305CC976}"/>
          </ac:picMkLst>
        </pc:picChg>
      </pc:sldChg>
      <pc:sldChg chg="addSp modSp new mod modNotesTx">
        <pc:chgData name="patricia.mcmanus" userId="c5f88545-042c-4272-be52-738da46dc53a" providerId="ADAL" clId="{C79FDEE5-36C7-43D0-9D44-9B96E96D38BA}" dt="2024-01-24T20:46:24.700" v="437" actId="1076"/>
        <pc:sldMkLst>
          <pc:docMk/>
          <pc:sldMk cId="687057935" sldId="310"/>
        </pc:sldMkLst>
        <pc:spChg chg="mod">
          <ac:chgData name="patricia.mcmanus" userId="c5f88545-042c-4272-be52-738da46dc53a" providerId="ADAL" clId="{C79FDEE5-36C7-43D0-9D44-9B96E96D38BA}" dt="2024-01-24T20:46:24.700" v="437" actId="1076"/>
          <ac:spMkLst>
            <pc:docMk/>
            <pc:sldMk cId="687057935" sldId="310"/>
            <ac:spMk id="2" creationId="{2DEE9582-AD43-F21B-ED0F-609B660380CF}"/>
          </ac:spMkLst>
        </pc:spChg>
        <pc:spChg chg="mod">
          <ac:chgData name="patricia.mcmanus" userId="c5f88545-042c-4272-be52-738da46dc53a" providerId="ADAL" clId="{C79FDEE5-36C7-43D0-9D44-9B96E96D38BA}" dt="2024-01-24T20:44:29.867" v="432" actId="27636"/>
          <ac:spMkLst>
            <pc:docMk/>
            <pc:sldMk cId="687057935" sldId="310"/>
            <ac:spMk id="3" creationId="{41B764A3-ACF6-56AA-4847-D4552736269B}"/>
          </ac:spMkLst>
        </pc:spChg>
        <pc:picChg chg="add mod">
          <ac:chgData name="patricia.mcmanus" userId="c5f88545-042c-4272-be52-738da46dc53a" providerId="ADAL" clId="{C79FDEE5-36C7-43D0-9D44-9B96E96D38BA}" dt="2024-01-24T20:45:04.164" v="436" actId="1076"/>
          <ac:picMkLst>
            <pc:docMk/>
            <pc:sldMk cId="687057935" sldId="310"/>
            <ac:picMk id="4" creationId="{0C4AC3B3-2625-451C-7900-8F4A1DA20B7C}"/>
          </ac:picMkLst>
        </pc:picChg>
      </pc:sldChg>
      <pc:sldChg chg="addSp modSp new mod ord modNotesTx">
        <pc:chgData name="patricia.mcmanus" userId="c5f88545-042c-4272-be52-738da46dc53a" providerId="ADAL" clId="{C79FDEE5-36C7-43D0-9D44-9B96E96D38BA}" dt="2024-01-24T22:35:33.630" v="843" actId="1076"/>
        <pc:sldMkLst>
          <pc:docMk/>
          <pc:sldMk cId="1567967794" sldId="311"/>
        </pc:sldMkLst>
        <pc:spChg chg="mod">
          <ac:chgData name="patricia.mcmanus" userId="c5f88545-042c-4272-be52-738da46dc53a" providerId="ADAL" clId="{C79FDEE5-36C7-43D0-9D44-9B96E96D38BA}" dt="2024-01-24T21:19:16.166" v="528" actId="2711"/>
          <ac:spMkLst>
            <pc:docMk/>
            <pc:sldMk cId="1567967794" sldId="311"/>
            <ac:spMk id="2" creationId="{A56731BB-86DE-A960-140E-DF0AFFC1034C}"/>
          </ac:spMkLst>
        </pc:spChg>
        <pc:spChg chg="mod">
          <ac:chgData name="patricia.mcmanus" userId="c5f88545-042c-4272-be52-738da46dc53a" providerId="ADAL" clId="{C79FDEE5-36C7-43D0-9D44-9B96E96D38BA}" dt="2024-01-24T21:28:44.799" v="592" actId="2711"/>
          <ac:spMkLst>
            <pc:docMk/>
            <pc:sldMk cId="1567967794" sldId="311"/>
            <ac:spMk id="3" creationId="{E457EE22-73EB-C4DB-2E31-D2EC31E71BA1}"/>
          </ac:spMkLst>
        </pc:spChg>
        <pc:picChg chg="add mod">
          <ac:chgData name="patricia.mcmanus" userId="c5f88545-042c-4272-be52-738da46dc53a" providerId="ADAL" clId="{C79FDEE5-36C7-43D0-9D44-9B96E96D38BA}" dt="2024-01-24T22:35:33.630" v="843" actId="1076"/>
          <ac:picMkLst>
            <pc:docMk/>
            <pc:sldMk cId="1567967794" sldId="311"/>
            <ac:picMk id="4" creationId="{1FDBB1E0-596D-0191-F600-1B9D10003ECB}"/>
          </ac:picMkLst>
        </pc:picChg>
      </pc:sldChg>
      <pc:sldChg chg="modSp add del">
        <pc:chgData name="patricia.mcmanus" userId="c5f88545-042c-4272-be52-738da46dc53a" providerId="ADAL" clId="{C79FDEE5-36C7-43D0-9D44-9B96E96D38BA}" dt="2024-01-24T23:01:05.074" v="1010" actId="47"/>
        <pc:sldMkLst>
          <pc:docMk/>
          <pc:sldMk cId="1377508495" sldId="312"/>
        </pc:sldMkLst>
        <pc:spChg chg="mod">
          <ac:chgData name="patricia.mcmanus" userId="c5f88545-042c-4272-be52-738da46dc53a" providerId="ADAL" clId="{C79FDEE5-36C7-43D0-9D44-9B96E96D38BA}" dt="2024-01-24T22:55:33.344" v="943"/>
          <ac:spMkLst>
            <pc:docMk/>
            <pc:sldMk cId="1377508495" sldId="312"/>
            <ac:spMk id="2" creationId="{8AEA03CF-54DE-88FD-BDDC-9C9863490DA6}"/>
          </ac:spMkLst>
        </pc:spChg>
        <pc:spChg chg="mod">
          <ac:chgData name="patricia.mcmanus" userId="c5f88545-042c-4272-be52-738da46dc53a" providerId="ADAL" clId="{C79FDEE5-36C7-43D0-9D44-9B96E96D38BA}" dt="2024-01-24T22:55:33.344" v="943"/>
          <ac:spMkLst>
            <pc:docMk/>
            <pc:sldMk cId="1377508495" sldId="312"/>
            <ac:spMk id="3" creationId="{3FB6A07A-C3D8-FB57-371F-283B5387C538}"/>
          </ac:spMkLst>
        </pc:spChg>
      </pc:sldChg>
      <pc:sldChg chg="modSp add del">
        <pc:chgData name="patricia.mcmanus" userId="c5f88545-042c-4272-be52-738da46dc53a" providerId="ADAL" clId="{C79FDEE5-36C7-43D0-9D44-9B96E96D38BA}" dt="2024-01-24T23:01:05.074" v="1010" actId="47"/>
        <pc:sldMkLst>
          <pc:docMk/>
          <pc:sldMk cId="2494934030" sldId="313"/>
        </pc:sldMkLst>
        <pc:spChg chg="mod">
          <ac:chgData name="patricia.mcmanus" userId="c5f88545-042c-4272-be52-738da46dc53a" providerId="ADAL" clId="{C79FDEE5-36C7-43D0-9D44-9B96E96D38BA}" dt="2024-01-24T22:55:33.344" v="943"/>
          <ac:spMkLst>
            <pc:docMk/>
            <pc:sldMk cId="2494934030" sldId="313"/>
            <ac:spMk id="2" creationId="{78D26AFE-3564-5BFF-7548-09F6D57AC579}"/>
          </ac:spMkLst>
        </pc:spChg>
        <pc:spChg chg="mod">
          <ac:chgData name="patricia.mcmanus" userId="c5f88545-042c-4272-be52-738da46dc53a" providerId="ADAL" clId="{C79FDEE5-36C7-43D0-9D44-9B96E96D38BA}" dt="2024-01-24T22:55:33.344" v="943"/>
          <ac:spMkLst>
            <pc:docMk/>
            <pc:sldMk cId="2494934030" sldId="313"/>
            <ac:spMk id="3" creationId="{E634FEA2-297B-9180-9BD8-F72DAEF56150}"/>
          </ac:spMkLst>
        </pc:spChg>
      </pc:sldChg>
      <pc:sldChg chg="add del">
        <pc:chgData name="patricia.mcmanus" userId="c5f88545-042c-4272-be52-738da46dc53a" providerId="ADAL" clId="{C79FDEE5-36C7-43D0-9D44-9B96E96D38BA}" dt="2024-01-24T23:01:05.074" v="1010" actId="47"/>
        <pc:sldMkLst>
          <pc:docMk/>
          <pc:sldMk cId="2272637904" sldId="314"/>
        </pc:sldMkLst>
      </pc:sldChg>
      <pc:sldChg chg="modSp add mod ord modShow">
        <pc:chgData name="patricia.mcmanus" userId="c5f88545-042c-4272-be52-738da46dc53a" providerId="ADAL" clId="{C79FDEE5-36C7-43D0-9D44-9B96E96D38BA}" dt="2024-01-24T22:55:33.344" v="943"/>
        <pc:sldMkLst>
          <pc:docMk/>
          <pc:sldMk cId="2624219684" sldId="315"/>
        </pc:sldMkLst>
        <pc:spChg chg="mod">
          <ac:chgData name="patricia.mcmanus" userId="c5f88545-042c-4272-be52-738da46dc53a" providerId="ADAL" clId="{C79FDEE5-36C7-43D0-9D44-9B96E96D38BA}" dt="2024-01-24T22:55:33.344" v="943"/>
          <ac:spMkLst>
            <pc:docMk/>
            <pc:sldMk cId="2624219684" sldId="315"/>
            <ac:spMk id="2" creationId="{43822968-8EFA-2722-4B0B-3DC90C083774}"/>
          </ac:spMkLst>
        </pc:spChg>
        <pc:spChg chg="mod">
          <ac:chgData name="patricia.mcmanus" userId="c5f88545-042c-4272-be52-738da46dc53a" providerId="ADAL" clId="{C79FDEE5-36C7-43D0-9D44-9B96E96D38BA}" dt="2024-01-24T21:16:34.144" v="518" actId="1076"/>
          <ac:spMkLst>
            <pc:docMk/>
            <pc:sldMk cId="2624219684" sldId="315"/>
            <ac:spMk id="3" creationId="{1F569B06-C6EF-BEC5-11D4-C344BB4E6C68}"/>
          </ac:spMkLst>
        </pc:spChg>
      </pc:sldChg>
      <pc:sldChg chg="modSp add del ord">
        <pc:chgData name="patricia.mcmanus" userId="c5f88545-042c-4272-be52-738da46dc53a" providerId="ADAL" clId="{C79FDEE5-36C7-43D0-9D44-9B96E96D38BA}" dt="2024-01-24T23:01:05.074" v="1010" actId="47"/>
        <pc:sldMkLst>
          <pc:docMk/>
          <pc:sldMk cId="3616645340" sldId="316"/>
        </pc:sldMkLst>
        <pc:spChg chg="mod">
          <ac:chgData name="patricia.mcmanus" userId="c5f88545-042c-4272-be52-738da46dc53a" providerId="ADAL" clId="{C79FDEE5-36C7-43D0-9D44-9B96E96D38BA}" dt="2024-01-24T22:55:33.344" v="943"/>
          <ac:spMkLst>
            <pc:docMk/>
            <pc:sldMk cId="3616645340" sldId="316"/>
            <ac:spMk id="2" creationId="{19DCE13D-C59C-951D-7D92-C22923EB2E18}"/>
          </ac:spMkLst>
        </pc:spChg>
        <pc:spChg chg="mod">
          <ac:chgData name="patricia.mcmanus" userId="c5f88545-042c-4272-be52-738da46dc53a" providerId="ADAL" clId="{C79FDEE5-36C7-43D0-9D44-9B96E96D38BA}" dt="2024-01-24T22:55:33.344" v="943"/>
          <ac:spMkLst>
            <pc:docMk/>
            <pc:sldMk cId="3616645340" sldId="316"/>
            <ac:spMk id="3" creationId="{BEEB3D9A-1145-9500-D947-C3AA8E1FDE5D}"/>
          </ac:spMkLst>
        </pc:spChg>
      </pc:sldChg>
      <pc:sldChg chg="modSp new mod ord modNotesTx">
        <pc:chgData name="patricia.mcmanus" userId="c5f88545-042c-4272-be52-738da46dc53a" providerId="ADAL" clId="{C79FDEE5-36C7-43D0-9D44-9B96E96D38BA}" dt="2024-01-24T22:55:33.344" v="943"/>
        <pc:sldMkLst>
          <pc:docMk/>
          <pc:sldMk cId="2430821584" sldId="317"/>
        </pc:sldMkLst>
        <pc:spChg chg="mod">
          <ac:chgData name="patricia.mcmanus" userId="c5f88545-042c-4272-be52-738da46dc53a" providerId="ADAL" clId="{C79FDEE5-36C7-43D0-9D44-9B96E96D38BA}" dt="2024-01-24T22:55:33.344" v="943"/>
          <ac:spMkLst>
            <pc:docMk/>
            <pc:sldMk cId="2430821584" sldId="317"/>
            <ac:spMk id="2" creationId="{537EE6A1-70A1-C9AE-0807-76C093CC5BC1}"/>
          </ac:spMkLst>
        </pc:spChg>
        <pc:spChg chg="mod">
          <ac:chgData name="patricia.mcmanus" userId="c5f88545-042c-4272-be52-738da46dc53a" providerId="ADAL" clId="{C79FDEE5-36C7-43D0-9D44-9B96E96D38BA}" dt="2024-01-24T21:28:30.907" v="591" actId="27636"/>
          <ac:spMkLst>
            <pc:docMk/>
            <pc:sldMk cId="2430821584" sldId="317"/>
            <ac:spMk id="3" creationId="{95DFBE1C-8C7C-554B-34BA-55D6E183B86F}"/>
          </ac:spMkLst>
        </pc:spChg>
      </pc:sldChg>
      <pc:sldChg chg="addSp delSp modSp new mod ord modNotesTx">
        <pc:chgData name="patricia.mcmanus" userId="c5f88545-042c-4272-be52-738da46dc53a" providerId="ADAL" clId="{C79FDEE5-36C7-43D0-9D44-9B96E96D38BA}" dt="2024-01-24T22:55:33.344" v="943"/>
        <pc:sldMkLst>
          <pc:docMk/>
          <pc:sldMk cId="3370617926" sldId="318"/>
        </pc:sldMkLst>
        <pc:spChg chg="mod">
          <ac:chgData name="patricia.mcmanus" userId="c5f88545-042c-4272-be52-738da46dc53a" providerId="ADAL" clId="{C79FDEE5-36C7-43D0-9D44-9B96E96D38BA}" dt="2024-01-24T22:55:33.344" v="943"/>
          <ac:spMkLst>
            <pc:docMk/>
            <pc:sldMk cId="3370617926" sldId="318"/>
            <ac:spMk id="2" creationId="{E2E66663-1D08-D613-889E-D61B4ED066BF}"/>
          </ac:spMkLst>
        </pc:spChg>
        <pc:spChg chg="mod">
          <ac:chgData name="patricia.mcmanus" userId="c5f88545-042c-4272-be52-738da46dc53a" providerId="ADAL" clId="{C79FDEE5-36C7-43D0-9D44-9B96E96D38BA}" dt="2024-01-24T21:51:04.080" v="664" actId="27636"/>
          <ac:spMkLst>
            <pc:docMk/>
            <pc:sldMk cId="3370617926" sldId="318"/>
            <ac:spMk id="3" creationId="{5C7CB634-6B0D-408C-C2A9-2AF74A34AE86}"/>
          </ac:spMkLst>
        </pc:spChg>
        <pc:picChg chg="add del mod">
          <ac:chgData name="patricia.mcmanus" userId="c5f88545-042c-4272-be52-738da46dc53a" providerId="ADAL" clId="{C79FDEE5-36C7-43D0-9D44-9B96E96D38BA}" dt="2024-01-24T22:11:08.461" v="672" actId="21"/>
          <ac:picMkLst>
            <pc:docMk/>
            <pc:sldMk cId="3370617926" sldId="318"/>
            <ac:picMk id="5" creationId="{0D6D27FE-CB8B-820B-5906-15269FF88A83}"/>
          </ac:picMkLst>
        </pc:picChg>
      </pc:sldChg>
      <pc:sldChg chg="modSp add mod ord">
        <pc:chgData name="patricia.mcmanus" userId="c5f88545-042c-4272-be52-738da46dc53a" providerId="ADAL" clId="{C79FDEE5-36C7-43D0-9D44-9B96E96D38BA}" dt="2024-01-24T22:55:33.344" v="943"/>
        <pc:sldMkLst>
          <pc:docMk/>
          <pc:sldMk cId="2346636228" sldId="319"/>
        </pc:sldMkLst>
        <pc:spChg chg="mod">
          <ac:chgData name="patricia.mcmanus" userId="c5f88545-042c-4272-be52-738da46dc53a" providerId="ADAL" clId="{C79FDEE5-36C7-43D0-9D44-9B96E96D38BA}" dt="2024-01-24T22:55:33.344" v="943"/>
          <ac:spMkLst>
            <pc:docMk/>
            <pc:sldMk cId="2346636228" sldId="319"/>
            <ac:spMk id="2" creationId="{E2E66663-1D08-D613-889E-D61B4ED066BF}"/>
          </ac:spMkLst>
        </pc:spChg>
        <pc:spChg chg="mod">
          <ac:chgData name="patricia.mcmanus" userId="c5f88545-042c-4272-be52-738da46dc53a" providerId="ADAL" clId="{C79FDEE5-36C7-43D0-9D44-9B96E96D38BA}" dt="2024-01-24T21:51:13.257" v="665" actId="14100"/>
          <ac:spMkLst>
            <pc:docMk/>
            <pc:sldMk cId="2346636228" sldId="319"/>
            <ac:spMk id="3" creationId="{5C7CB634-6B0D-408C-C2A9-2AF74A34AE86}"/>
          </ac:spMkLst>
        </pc:spChg>
      </pc:sldChg>
      <pc:sldChg chg="modSp new mod modNotesTx">
        <pc:chgData name="patricia.mcmanus" userId="c5f88545-042c-4272-be52-738da46dc53a" providerId="ADAL" clId="{C79FDEE5-36C7-43D0-9D44-9B96E96D38BA}" dt="2024-01-24T22:55:33.344" v="943"/>
        <pc:sldMkLst>
          <pc:docMk/>
          <pc:sldMk cId="3658695060" sldId="320"/>
        </pc:sldMkLst>
        <pc:spChg chg="mod">
          <ac:chgData name="patricia.mcmanus" userId="c5f88545-042c-4272-be52-738da46dc53a" providerId="ADAL" clId="{C79FDEE5-36C7-43D0-9D44-9B96E96D38BA}" dt="2024-01-24T22:55:33.344" v="943"/>
          <ac:spMkLst>
            <pc:docMk/>
            <pc:sldMk cId="3658695060" sldId="320"/>
            <ac:spMk id="2" creationId="{970A7F44-9500-16AF-926C-0A2F688C8173}"/>
          </ac:spMkLst>
        </pc:spChg>
        <pc:spChg chg="mod">
          <ac:chgData name="patricia.mcmanus" userId="c5f88545-042c-4272-be52-738da46dc53a" providerId="ADAL" clId="{C79FDEE5-36C7-43D0-9D44-9B96E96D38BA}" dt="2024-01-24T21:35:55.514" v="610" actId="14100"/>
          <ac:spMkLst>
            <pc:docMk/>
            <pc:sldMk cId="3658695060" sldId="320"/>
            <ac:spMk id="3" creationId="{4FF12C5D-A6EF-55E0-62AD-4B1646D2FF54}"/>
          </ac:spMkLst>
        </pc:spChg>
      </pc:sldChg>
      <pc:sldChg chg="addSp modSp new mod modNotesTx">
        <pc:chgData name="patricia.mcmanus" userId="c5f88545-042c-4272-be52-738da46dc53a" providerId="ADAL" clId="{C79FDEE5-36C7-43D0-9D44-9B96E96D38BA}" dt="2024-01-24T22:13:27.436" v="700" actId="14100"/>
        <pc:sldMkLst>
          <pc:docMk/>
          <pc:sldMk cId="3208721000" sldId="321"/>
        </pc:sldMkLst>
        <pc:spChg chg="mod">
          <ac:chgData name="patricia.mcmanus" userId="c5f88545-042c-4272-be52-738da46dc53a" providerId="ADAL" clId="{C79FDEE5-36C7-43D0-9D44-9B96E96D38BA}" dt="2024-01-24T21:35:42.997" v="608" actId="2711"/>
          <ac:spMkLst>
            <pc:docMk/>
            <pc:sldMk cId="3208721000" sldId="321"/>
            <ac:spMk id="2" creationId="{FD4CB973-DC14-4629-896B-DBF89CC9220A}"/>
          </ac:spMkLst>
        </pc:spChg>
        <pc:spChg chg="mod">
          <ac:chgData name="patricia.mcmanus" userId="c5f88545-042c-4272-be52-738da46dc53a" providerId="ADAL" clId="{C79FDEE5-36C7-43D0-9D44-9B96E96D38BA}" dt="2024-01-24T22:13:10.662" v="696" actId="1076"/>
          <ac:spMkLst>
            <pc:docMk/>
            <pc:sldMk cId="3208721000" sldId="321"/>
            <ac:spMk id="3" creationId="{4F284D77-15C6-A03A-1FAB-EBC782BC33CB}"/>
          </ac:spMkLst>
        </pc:spChg>
        <pc:picChg chg="add mod">
          <ac:chgData name="patricia.mcmanus" userId="c5f88545-042c-4272-be52-738da46dc53a" providerId="ADAL" clId="{C79FDEE5-36C7-43D0-9D44-9B96E96D38BA}" dt="2024-01-24T22:13:27.436" v="700" actId="14100"/>
          <ac:picMkLst>
            <pc:docMk/>
            <pc:sldMk cId="3208721000" sldId="321"/>
            <ac:picMk id="4" creationId="{FEDBDCB7-C9C8-4E7B-195C-EB8A2DFCBB6B}"/>
          </ac:picMkLst>
        </pc:picChg>
      </pc:sldChg>
      <pc:sldChg chg="modSp new mod ord modNotesTx">
        <pc:chgData name="patricia.mcmanus" userId="c5f88545-042c-4272-be52-738da46dc53a" providerId="ADAL" clId="{C79FDEE5-36C7-43D0-9D44-9B96E96D38BA}" dt="2024-01-24T22:55:33.344" v="943"/>
        <pc:sldMkLst>
          <pc:docMk/>
          <pc:sldMk cId="3872477803" sldId="322"/>
        </pc:sldMkLst>
        <pc:spChg chg="mod">
          <ac:chgData name="patricia.mcmanus" userId="c5f88545-042c-4272-be52-738da46dc53a" providerId="ADAL" clId="{C79FDEE5-36C7-43D0-9D44-9B96E96D38BA}" dt="2024-01-24T22:43:24.793" v="903" actId="2711"/>
          <ac:spMkLst>
            <pc:docMk/>
            <pc:sldMk cId="3872477803" sldId="322"/>
            <ac:spMk id="2" creationId="{3A948F73-C232-ED67-AD46-BEEA9AEF76A3}"/>
          </ac:spMkLst>
        </pc:spChg>
        <pc:spChg chg="mod">
          <ac:chgData name="patricia.mcmanus" userId="c5f88545-042c-4272-be52-738da46dc53a" providerId="ADAL" clId="{C79FDEE5-36C7-43D0-9D44-9B96E96D38BA}" dt="2024-01-24T22:55:33.344" v="943"/>
          <ac:spMkLst>
            <pc:docMk/>
            <pc:sldMk cId="3872477803" sldId="322"/>
            <ac:spMk id="3" creationId="{DAFC8330-6243-F03B-F2EF-4D90FF137BD8}"/>
          </ac:spMkLst>
        </pc:spChg>
      </pc:sldChg>
      <pc:sldChg chg="modSp new mod ord">
        <pc:chgData name="patricia.mcmanus" userId="c5f88545-042c-4272-be52-738da46dc53a" providerId="ADAL" clId="{C79FDEE5-36C7-43D0-9D44-9B96E96D38BA}" dt="2024-01-24T22:55:33.344" v="943"/>
        <pc:sldMkLst>
          <pc:docMk/>
          <pc:sldMk cId="3504249667" sldId="323"/>
        </pc:sldMkLst>
        <pc:spChg chg="mod">
          <ac:chgData name="patricia.mcmanus" userId="c5f88545-042c-4272-be52-738da46dc53a" providerId="ADAL" clId="{C79FDEE5-36C7-43D0-9D44-9B96E96D38BA}" dt="2024-01-24T22:55:33.344" v="943"/>
          <ac:spMkLst>
            <pc:docMk/>
            <pc:sldMk cId="3504249667" sldId="323"/>
            <ac:spMk id="2" creationId="{897038F7-CDA1-5D18-0B58-19634F65909B}"/>
          </ac:spMkLst>
        </pc:spChg>
        <pc:spChg chg="mod">
          <ac:chgData name="patricia.mcmanus" userId="c5f88545-042c-4272-be52-738da46dc53a" providerId="ADAL" clId="{C79FDEE5-36C7-43D0-9D44-9B96E96D38BA}" dt="2024-01-24T22:55:33.344" v="943"/>
          <ac:spMkLst>
            <pc:docMk/>
            <pc:sldMk cId="3504249667" sldId="323"/>
            <ac:spMk id="3" creationId="{B45DF65C-0343-EC50-88B1-0684DCCCB9DE}"/>
          </ac:spMkLst>
        </pc:spChg>
      </pc:sldChg>
      <pc:sldChg chg="addSp modSp add del mod">
        <pc:chgData name="patricia.mcmanus" userId="c5f88545-042c-4272-be52-738da46dc53a" providerId="ADAL" clId="{C79FDEE5-36C7-43D0-9D44-9B96E96D38BA}" dt="2024-01-24T22:42:49.327" v="899" actId="47"/>
        <pc:sldMkLst>
          <pc:docMk/>
          <pc:sldMk cId="2367171283" sldId="2140756553"/>
        </pc:sldMkLst>
        <pc:spChg chg="mod">
          <ac:chgData name="patricia.mcmanus" userId="c5f88545-042c-4272-be52-738da46dc53a" providerId="ADAL" clId="{C79FDEE5-36C7-43D0-9D44-9B96E96D38BA}" dt="2024-01-24T22:31:58.165" v="774"/>
          <ac:spMkLst>
            <pc:docMk/>
            <pc:sldMk cId="2367171283" sldId="2140756553"/>
            <ac:spMk id="2" creationId="{E3F2EF26-AA26-FD83-FC59-A4B7089BA3D4}"/>
          </ac:spMkLst>
        </pc:spChg>
        <pc:spChg chg="mod">
          <ac:chgData name="patricia.mcmanus" userId="c5f88545-042c-4272-be52-738da46dc53a" providerId="ADAL" clId="{C79FDEE5-36C7-43D0-9D44-9B96E96D38BA}" dt="2024-01-24T22:31:58.167" v="776"/>
          <ac:spMkLst>
            <pc:docMk/>
            <pc:sldMk cId="2367171283" sldId="2140756553"/>
            <ac:spMk id="3" creationId="{DC3994F8-E0F4-17E3-51E1-E88E55091726}"/>
          </ac:spMkLst>
        </pc:spChg>
        <pc:spChg chg="mod">
          <ac:chgData name="patricia.mcmanus" userId="c5f88545-042c-4272-be52-738da46dc53a" providerId="ADAL" clId="{C79FDEE5-36C7-43D0-9D44-9B96E96D38BA}" dt="2024-01-24T22:31:58.164" v="773"/>
          <ac:spMkLst>
            <pc:docMk/>
            <pc:sldMk cId="2367171283" sldId="2140756553"/>
            <ac:spMk id="9" creationId="{8597E126-E885-BA24-AE8A-AFC7A629FA14}"/>
          </ac:spMkLst>
        </pc:spChg>
        <pc:spChg chg="mod">
          <ac:chgData name="patricia.mcmanus" userId="c5f88545-042c-4272-be52-738da46dc53a" providerId="ADAL" clId="{C79FDEE5-36C7-43D0-9D44-9B96E96D38BA}" dt="2024-01-24T22:31:58.166" v="775"/>
          <ac:spMkLst>
            <pc:docMk/>
            <pc:sldMk cId="2367171283" sldId="2140756553"/>
            <ac:spMk id="10" creationId="{E85F39CD-31BB-290E-2DC0-74173008DBDA}"/>
          </ac:spMkLst>
        </pc:spChg>
        <pc:spChg chg="mod">
          <ac:chgData name="patricia.mcmanus" userId="c5f88545-042c-4272-be52-738da46dc53a" providerId="ADAL" clId="{C79FDEE5-36C7-43D0-9D44-9B96E96D38BA}" dt="2024-01-24T22:31:58.162" v="771"/>
          <ac:spMkLst>
            <pc:docMk/>
            <pc:sldMk cId="2367171283" sldId="2140756553"/>
            <ac:spMk id="13" creationId="{E858C2B0-DA4F-08D8-7193-BF8EA418965C}"/>
          </ac:spMkLst>
        </pc:spChg>
        <pc:spChg chg="mod">
          <ac:chgData name="patricia.mcmanus" userId="c5f88545-042c-4272-be52-738da46dc53a" providerId="ADAL" clId="{C79FDEE5-36C7-43D0-9D44-9B96E96D38BA}" dt="2024-01-24T22:31:58.162" v="772"/>
          <ac:spMkLst>
            <pc:docMk/>
            <pc:sldMk cId="2367171283" sldId="2140756553"/>
            <ac:spMk id="40" creationId="{F17448A2-BBE5-5F33-3844-B8F3853235E6}"/>
          </ac:spMkLst>
        </pc:spChg>
        <pc:spChg chg="mod">
          <ac:chgData name="patricia.mcmanus" userId="c5f88545-042c-4272-be52-738da46dc53a" providerId="ADAL" clId="{C79FDEE5-36C7-43D0-9D44-9B96E96D38BA}" dt="2024-01-24T22:31:58.169" v="777"/>
          <ac:spMkLst>
            <pc:docMk/>
            <pc:sldMk cId="2367171283" sldId="2140756553"/>
            <ac:spMk id="47" creationId="{4C078640-D541-534E-7E55-E13DCD2DCCB5}"/>
          </ac:spMkLst>
        </pc:spChg>
        <pc:picChg chg="add mod">
          <ac:chgData name="patricia.mcmanus" userId="c5f88545-042c-4272-be52-738da46dc53a" providerId="ADAL" clId="{C79FDEE5-36C7-43D0-9D44-9B96E96D38BA}" dt="2024-01-24T22:31:58.717" v="778"/>
          <ac:picMkLst>
            <pc:docMk/>
            <pc:sldMk cId="2367171283" sldId="2140756553"/>
            <ac:picMk id="4" creationId="{6AC3D6CB-84F9-D44F-D227-BE90B5EBA27C}"/>
          </ac:picMkLst>
        </pc:picChg>
        <pc:picChg chg="add mod">
          <ac:chgData name="patricia.mcmanus" userId="c5f88545-042c-4272-be52-738da46dc53a" providerId="ADAL" clId="{C79FDEE5-36C7-43D0-9D44-9B96E96D38BA}" dt="2024-01-24T22:31:59.172" v="779"/>
          <ac:picMkLst>
            <pc:docMk/>
            <pc:sldMk cId="2367171283" sldId="2140756553"/>
            <ac:picMk id="5" creationId="{A0D7DCEA-BA5C-D8E4-E61F-E1C6BC675D3C}"/>
          </ac:picMkLst>
        </pc:picChg>
        <pc:picChg chg="add mod">
          <ac:chgData name="patricia.mcmanus" userId="c5f88545-042c-4272-be52-738da46dc53a" providerId="ADAL" clId="{C79FDEE5-36C7-43D0-9D44-9B96E96D38BA}" dt="2024-01-24T22:31:59.473" v="780"/>
          <ac:picMkLst>
            <pc:docMk/>
            <pc:sldMk cId="2367171283" sldId="2140756553"/>
            <ac:picMk id="6" creationId="{F842D904-E0B8-3F92-4F1D-071E04CFA859}"/>
          </ac:picMkLst>
        </pc:picChg>
      </pc:sldChg>
      <pc:sldChg chg="modSp add del mod">
        <pc:chgData name="patricia.mcmanus" userId="c5f88545-042c-4272-be52-738da46dc53a" providerId="ADAL" clId="{C79FDEE5-36C7-43D0-9D44-9B96E96D38BA}" dt="2024-01-24T22:42:49.327" v="899" actId="47"/>
        <pc:sldMkLst>
          <pc:docMk/>
          <pc:sldMk cId="2931225519" sldId="2140756579"/>
        </pc:sldMkLst>
        <pc:spChg chg="mod">
          <ac:chgData name="patricia.mcmanus" userId="c5f88545-042c-4272-be52-738da46dc53a" providerId="ADAL" clId="{C79FDEE5-36C7-43D0-9D44-9B96E96D38BA}" dt="2024-01-24T22:32:02.657" v="802"/>
          <ac:spMkLst>
            <pc:docMk/>
            <pc:sldMk cId="2931225519" sldId="2140756579"/>
            <ac:spMk id="2" creationId="{AC8CDA05-1D33-52B9-7937-B305B34F5337}"/>
          </ac:spMkLst>
        </pc:spChg>
        <pc:spChg chg="mod">
          <ac:chgData name="patricia.mcmanus" userId="c5f88545-042c-4272-be52-738da46dc53a" providerId="ADAL" clId="{C79FDEE5-36C7-43D0-9D44-9B96E96D38BA}" dt="2024-01-24T22:32:02.659" v="804"/>
          <ac:spMkLst>
            <pc:docMk/>
            <pc:sldMk cId="2931225519" sldId="2140756579"/>
            <ac:spMk id="3" creationId="{6CB5724A-DCA3-C362-819D-4B0A60765B95}"/>
          </ac:spMkLst>
        </pc:spChg>
        <pc:spChg chg="mod">
          <ac:chgData name="patricia.mcmanus" userId="c5f88545-042c-4272-be52-738da46dc53a" providerId="ADAL" clId="{C79FDEE5-36C7-43D0-9D44-9B96E96D38BA}" dt="2024-01-24T22:32:02.661" v="805"/>
          <ac:spMkLst>
            <pc:docMk/>
            <pc:sldMk cId="2931225519" sldId="2140756579"/>
            <ac:spMk id="11" creationId="{8C4C741D-75E8-F75C-539B-7507748D9DB5}"/>
          </ac:spMkLst>
        </pc:spChg>
        <pc:spChg chg="mod">
          <ac:chgData name="patricia.mcmanus" userId="c5f88545-042c-4272-be52-738da46dc53a" providerId="ADAL" clId="{C79FDEE5-36C7-43D0-9D44-9B96E96D38BA}" dt="2024-01-24T22:32:02.653" v="799"/>
          <ac:spMkLst>
            <pc:docMk/>
            <pc:sldMk cId="2931225519" sldId="2140756579"/>
            <ac:spMk id="13" creationId="{E858C2B0-DA4F-08D8-7193-BF8EA418965C}"/>
          </ac:spMkLst>
        </pc:spChg>
        <pc:spChg chg="mod">
          <ac:chgData name="patricia.mcmanus" userId="c5f88545-042c-4272-be52-738da46dc53a" providerId="ADAL" clId="{C79FDEE5-36C7-43D0-9D44-9B96E96D38BA}" dt="2024-01-24T22:32:02.656" v="801"/>
          <ac:spMkLst>
            <pc:docMk/>
            <pc:sldMk cId="2931225519" sldId="2140756579"/>
            <ac:spMk id="23" creationId="{6A1F1F50-9F30-193C-86A1-4C084898F548}"/>
          </ac:spMkLst>
        </pc:spChg>
        <pc:spChg chg="mod">
          <ac:chgData name="patricia.mcmanus" userId="c5f88545-042c-4272-be52-738da46dc53a" providerId="ADAL" clId="{C79FDEE5-36C7-43D0-9D44-9B96E96D38BA}" dt="2024-01-24T22:32:02.654" v="800"/>
          <ac:spMkLst>
            <pc:docMk/>
            <pc:sldMk cId="2931225519" sldId="2140756579"/>
            <ac:spMk id="24" creationId="{BD609ED1-E511-FB23-6308-C2FC62333752}"/>
          </ac:spMkLst>
        </pc:spChg>
        <pc:spChg chg="mod">
          <ac:chgData name="patricia.mcmanus" userId="c5f88545-042c-4272-be52-738da46dc53a" providerId="ADAL" clId="{C79FDEE5-36C7-43D0-9D44-9B96E96D38BA}" dt="2024-01-24T22:32:02.658" v="803"/>
          <ac:spMkLst>
            <pc:docMk/>
            <pc:sldMk cId="2931225519" sldId="2140756579"/>
            <ac:spMk id="25" creationId="{ECAE2CE3-FCD8-75CB-D7FA-4FE2542F8080}"/>
          </ac:spMkLst>
        </pc:spChg>
      </pc:sldChg>
      <pc:sldChg chg="addSp modSp add del mod">
        <pc:chgData name="patricia.mcmanus" userId="c5f88545-042c-4272-be52-738da46dc53a" providerId="ADAL" clId="{C79FDEE5-36C7-43D0-9D44-9B96E96D38BA}" dt="2024-01-24T22:42:49.327" v="899" actId="47"/>
        <pc:sldMkLst>
          <pc:docMk/>
          <pc:sldMk cId="696625914" sldId="2140756580"/>
        </pc:sldMkLst>
        <pc:spChg chg="mod">
          <ac:chgData name="patricia.mcmanus" userId="c5f88545-042c-4272-be52-738da46dc53a" providerId="ADAL" clId="{C79FDEE5-36C7-43D0-9D44-9B96E96D38BA}" dt="2024-01-24T22:32:01.310" v="792"/>
          <ac:spMkLst>
            <pc:docMk/>
            <pc:sldMk cId="696625914" sldId="2140756580"/>
            <ac:spMk id="3" creationId="{1BB28C7B-C477-8656-6250-C2DBB63BEC50}"/>
          </ac:spMkLst>
        </pc:spChg>
        <pc:spChg chg="mod">
          <ac:chgData name="patricia.mcmanus" userId="c5f88545-042c-4272-be52-738da46dc53a" providerId="ADAL" clId="{C79FDEE5-36C7-43D0-9D44-9B96E96D38BA}" dt="2024-01-24T22:32:01.312" v="794"/>
          <ac:spMkLst>
            <pc:docMk/>
            <pc:sldMk cId="696625914" sldId="2140756580"/>
            <ac:spMk id="8" creationId="{A07C6D8B-C9B1-69C2-B84A-27DE976F7F56}"/>
          </ac:spMkLst>
        </pc:spChg>
        <pc:spChg chg="mod">
          <ac:chgData name="patricia.mcmanus" userId="c5f88545-042c-4272-be52-738da46dc53a" providerId="ADAL" clId="{C79FDEE5-36C7-43D0-9D44-9B96E96D38BA}" dt="2024-01-24T22:32:01.315" v="796"/>
          <ac:spMkLst>
            <pc:docMk/>
            <pc:sldMk cId="696625914" sldId="2140756580"/>
            <ac:spMk id="12" creationId="{519ABC77-FF62-1CBE-CA89-B2F9D92530BD}"/>
          </ac:spMkLst>
        </pc:spChg>
        <pc:spChg chg="mod">
          <ac:chgData name="patricia.mcmanus" userId="c5f88545-042c-4272-be52-738da46dc53a" providerId="ADAL" clId="{C79FDEE5-36C7-43D0-9D44-9B96E96D38BA}" dt="2024-01-24T22:32:01.308" v="790"/>
          <ac:spMkLst>
            <pc:docMk/>
            <pc:sldMk cId="696625914" sldId="2140756580"/>
            <ac:spMk id="13" creationId="{E858C2B0-DA4F-08D8-7193-BF8EA418965C}"/>
          </ac:spMkLst>
        </pc:spChg>
        <pc:spChg chg="mod">
          <ac:chgData name="patricia.mcmanus" userId="c5f88545-042c-4272-be52-738da46dc53a" providerId="ADAL" clId="{C79FDEE5-36C7-43D0-9D44-9B96E96D38BA}" dt="2024-01-24T22:32:01.309" v="791"/>
          <ac:spMkLst>
            <pc:docMk/>
            <pc:sldMk cId="696625914" sldId="2140756580"/>
            <ac:spMk id="34" creationId="{1016F2F3-F3CD-9B60-41F4-661EF0492A70}"/>
          </ac:spMkLst>
        </pc:spChg>
        <pc:spChg chg="mod">
          <ac:chgData name="patricia.mcmanus" userId="c5f88545-042c-4272-be52-738da46dc53a" providerId="ADAL" clId="{C79FDEE5-36C7-43D0-9D44-9B96E96D38BA}" dt="2024-01-24T22:32:01.311" v="793"/>
          <ac:spMkLst>
            <pc:docMk/>
            <pc:sldMk cId="696625914" sldId="2140756580"/>
            <ac:spMk id="35" creationId="{BF946CA3-619A-D1C2-5B68-0A0DA4D5F7FE}"/>
          </ac:spMkLst>
        </pc:spChg>
        <pc:spChg chg="mod">
          <ac:chgData name="patricia.mcmanus" userId="c5f88545-042c-4272-be52-738da46dc53a" providerId="ADAL" clId="{C79FDEE5-36C7-43D0-9D44-9B96E96D38BA}" dt="2024-01-24T22:32:01.313" v="795"/>
          <ac:spMkLst>
            <pc:docMk/>
            <pc:sldMk cId="696625914" sldId="2140756580"/>
            <ac:spMk id="36" creationId="{C1D3347F-4877-F4B0-2EA4-F603070417EF}"/>
          </ac:spMkLst>
        </pc:spChg>
        <pc:picChg chg="add mod">
          <ac:chgData name="patricia.mcmanus" userId="c5f88545-042c-4272-be52-738da46dc53a" providerId="ADAL" clId="{C79FDEE5-36C7-43D0-9D44-9B96E96D38BA}" dt="2024-01-24T22:32:01.843" v="797"/>
          <ac:picMkLst>
            <pc:docMk/>
            <pc:sldMk cId="696625914" sldId="2140756580"/>
            <ac:picMk id="2" creationId="{CC65BF36-3098-995D-B7C3-5AABE2D8C455}"/>
          </ac:picMkLst>
        </pc:picChg>
      </pc:sldChg>
      <pc:sldChg chg="modSp add del mod">
        <pc:chgData name="patricia.mcmanus" userId="c5f88545-042c-4272-be52-738da46dc53a" providerId="ADAL" clId="{C79FDEE5-36C7-43D0-9D44-9B96E96D38BA}" dt="2024-01-24T22:42:49.327" v="899" actId="47"/>
        <pc:sldMkLst>
          <pc:docMk/>
          <pc:sldMk cId="3311401280" sldId="2140756582"/>
        </pc:sldMkLst>
        <pc:spChg chg="mod">
          <ac:chgData name="patricia.mcmanus" userId="c5f88545-042c-4272-be52-738da46dc53a" providerId="ADAL" clId="{C79FDEE5-36C7-43D0-9D44-9B96E96D38BA}" dt="2024-01-24T22:32:00.530" v="785"/>
          <ac:spMkLst>
            <pc:docMk/>
            <pc:sldMk cId="3311401280" sldId="2140756582"/>
            <ac:spMk id="2" creationId="{5641DBDF-2B63-A5C6-ECB6-2E1E6E4C049F}"/>
          </ac:spMkLst>
        </pc:spChg>
        <pc:spChg chg="mod">
          <ac:chgData name="patricia.mcmanus" userId="c5f88545-042c-4272-be52-738da46dc53a" providerId="ADAL" clId="{C79FDEE5-36C7-43D0-9D44-9B96E96D38BA}" dt="2024-01-24T22:32:00.532" v="787"/>
          <ac:spMkLst>
            <pc:docMk/>
            <pc:sldMk cId="3311401280" sldId="2140756582"/>
            <ac:spMk id="3" creationId="{D660BE93-6BBB-AAD8-7B70-08C6CFFCF77A}"/>
          </ac:spMkLst>
        </pc:spChg>
        <pc:spChg chg="mod">
          <ac:chgData name="patricia.mcmanus" userId="c5f88545-042c-4272-be52-738da46dc53a" providerId="ADAL" clId="{C79FDEE5-36C7-43D0-9D44-9B96E96D38BA}" dt="2024-01-24T22:32:00.529" v="784"/>
          <ac:spMkLst>
            <pc:docMk/>
            <pc:sldMk cId="3311401280" sldId="2140756582"/>
            <ac:spMk id="9" creationId="{8597E126-E885-BA24-AE8A-AFC7A629FA14}"/>
          </ac:spMkLst>
        </pc:spChg>
        <pc:spChg chg="mod">
          <ac:chgData name="patricia.mcmanus" userId="c5f88545-042c-4272-be52-738da46dc53a" providerId="ADAL" clId="{C79FDEE5-36C7-43D0-9D44-9B96E96D38BA}" dt="2024-01-24T22:32:00.531" v="786"/>
          <ac:spMkLst>
            <pc:docMk/>
            <pc:sldMk cId="3311401280" sldId="2140756582"/>
            <ac:spMk id="10" creationId="{E85F39CD-31BB-290E-2DC0-74173008DBDA}"/>
          </ac:spMkLst>
        </pc:spChg>
        <pc:spChg chg="mod">
          <ac:chgData name="patricia.mcmanus" userId="c5f88545-042c-4272-be52-738da46dc53a" providerId="ADAL" clId="{C79FDEE5-36C7-43D0-9D44-9B96E96D38BA}" dt="2024-01-24T22:32:00.527" v="782"/>
          <ac:spMkLst>
            <pc:docMk/>
            <pc:sldMk cId="3311401280" sldId="2140756582"/>
            <ac:spMk id="13" creationId="{E858C2B0-DA4F-08D8-7193-BF8EA418965C}"/>
          </ac:spMkLst>
        </pc:spChg>
        <pc:spChg chg="mod">
          <ac:chgData name="patricia.mcmanus" userId="c5f88545-042c-4272-be52-738da46dc53a" providerId="ADAL" clId="{C79FDEE5-36C7-43D0-9D44-9B96E96D38BA}" dt="2024-01-24T22:32:00.527" v="783"/>
          <ac:spMkLst>
            <pc:docMk/>
            <pc:sldMk cId="3311401280" sldId="2140756582"/>
            <ac:spMk id="40" creationId="{F17448A2-BBE5-5F33-3844-B8F3853235E6}"/>
          </ac:spMkLst>
        </pc:spChg>
        <pc:spChg chg="mod">
          <ac:chgData name="patricia.mcmanus" userId="c5f88545-042c-4272-be52-738da46dc53a" providerId="ADAL" clId="{C79FDEE5-36C7-43D0-9D44-9B96E96D38BA}" dt="2024-01-24T22:32:00.533" v="788"/>
          <ac:spMkLst>
            <pc:docMk/>
            <pc:sldMk cId="3311401280" sldId="2140756582"/>
            <ac:spMk id="47" creationId="{4C078640-D541-534E-7E55-E13DCD2DCCB5}"/>
          </ac:spMkLst>
        </pc:spChg>
      </pc:sldChg>
      <pc:sldChg chg="modSp add del mod">
        <pc:chgData name="patricia.mcmanus" userId="c5f88545-042c-4272-be52-738da46dc53a" providerId="ADAL" clId="{C79FDEE5-36C7-43D0-9D44-9B96E96D38BA}" dt="2024-01-24T22:38:03" v="880" actId="47"/>
        <pc:sldMkLst>
          <pc:docMk/>
          <pc:sldMk cId="566309928" sldId="2140756585"/>
        </pc:sldMkLst>
        <pc:spChg chg="mod">
          <ac:chgData name="patricia.mcmanus" userId="c5f88545-042c-4272-be52-738da46dc53a" providerId="ADAL" clId="{C79FDEE5-36C7-43D0-9D44-9B96E96D38BA}" dt="2024-01-24T22:31:55.458" v="758"/>
          <ac:spMkLst>
            <pc:docMk/>
            <pc:sldMk cId="566309928" sldId="2140756585"/>
            <ac:spMk id="4" creationId="{2BD0C4D1-3795-84F8-16A9-17D037CB6586}"/>
          </ac:spMkLst>
        </pc:spChg>
        <pc:spChg chg="mod">
          <ac:chgData name="patricia.mcmanus" userId="c5f88545-042c-4272-be52-738da46dc53a" providerId="ADAL" clId="{C79FDEE5-36C7-43D0-9D44-9B96E96D38BA}" dt="2024-01-24T22:31:55.580" v="760"/>
          <ac:spMkLst>
            <pc:docMk/>
            <pc:sldMk cId="566309928" sldId="2140756585"/>
            <ac:spMk id="5" creationId="{6A69E18C-2A08-ED39-F1E6-B6700476FD43}"/>
          </ac:spMkLst>
        </pc:spChg>
      </pc:sldChg>
      <pc:sldChg chg="addSp delSp modSp add mod ord">
        <pc:chgData name="patricia.mcmanus" userId="c5f88545-042c-4272-be52-738da46dc53a" providerId="ADAL" clId="{C79FDEE5-36C7-43D0-9D44-9B96E96D38BA}" dt="2024-01-24T22:40:22.148" v="892" actId="2711"/>
        <pc:sldMkLst>
          <pc:docMk/>
          <pc:sldMk cId="3430484961" sldId="2140756586"/>
        </pc:sldMkLst>
        <pc:spChg chg="mod">
          <ac:chgData name="patricia.mcmanus" userId="c5f88545-042c-4272-be52-738da46dc53a" providerId="ADAL" clId="{C79FDEE5-36C7-43D0-9D44-9B96E96D38BA}" dt="2024-01-24T22:40:22.148" v="892" actId="2711"/>
          <ac:spMkLst>
            <pc:docMk/>
            <pc:sldMk cId="3430484961" sldId="2140756586"/>
            <ac:spMk id="17" creationId="{78FD1C47-948F-407D-2635-50B6F89F3A62}"/>
          </ac:spMkLst>
        </pc:spChg>
        <pc:spChg chg="mod">
          <ac:chgData name="patricia.mcmanus" userId="c5f88545-042c-4272-be52-738da46dc53a" providerId="ADAL" clId="{C79FDEE5-36C7-43D0-9D44-9B96E96D38BA}" dt="2024-01-24T22:38:34.157" v="885" actId="207"/>
          <ac:spMkLst>
            <pc:docMk/>
            <pc:sldMk cId="3430484961" sldId="2140756586"/>
            <ac:spMk id="18" creationId="{FAD85D89-5E8A-4F3F-24AB-A4E443B3FDE0}"/>
          </ac:spMkLst>
        </pc:spChg>
        <pc:spChg chg="mod">
          <ac:chgData name="patricia.mcmanus" userId="c5f88545-042c-4272-be52-738da46dc53a" providerId="ADAL" clId="{C79FDEE5-36C7-43D0-9D44-9B96E96D38BA}" dt="2024-01-24T22:38:34.157" v="885" actId="207"/>
          <ac:spMkLst>
            <pc:docMk/>
            <pc:sldMk cId="3430484961" sldId="2140756586"/>
            <ac:spMk id="19" creationId="{AE3D3601-F63D-0BEA-3512-4E7F5A3E6B89}"/>
          </ac:spMkLst>
        </pc:spChg>
        <pc:spChg chg="mod">
          <ac:chgData name="patricia.mcmanus" userId="c5f88545-042c-4272-be52-738da46dc53a" providerId="ADAL" clId="{C79FDEE5-36C7-43D0-9D44-9B96E96D38BA}" dt="2024-01-24T22:38:34.157" v="885" actId="207"/>
          <ac:spMkLst>
            <pc:docMk/>
            <pc:sldMk cId="3430484961" sldId="2140756586"/>
            <ac:spMk id="22" creationId="{B36A122F-968E-E069-CEE0-E8E653D3C620}"/>
          </ac:spMkLst>
        </pc:spChg>
        <pc:spChg chg="mod">
          <ac:chgData name="patricia.mcmanus" userId="c5f88545-042c-4272-be52-738da46dc53a" providerId="ADAL" clId="{C79FDEE5-36C7-43D0-9D44-9B96E96D38BA}" dt="2024-01-24T22:38:34.157" v="885" actId="207"/>
          <ac:spMkLst>
            <pc:docMk/>
            <pc:sldMk cId="3430484961" sldId="2140756586"/>
            <ac:spMk id="23" creationId="{AFE7E6D8-AE2C-C1A0-01AB-D2AA0C1F2F33}"/>
          </ac:spMkLst>
        </pc:spChg>
        <pc:spChg chg="mod">
          <ac:chgData name="patricia.mcmanus" userId="c5f88545-042c-4272-be52-738da46dc53a" providerId="ADAL" clId="{C79FDEE5-36C7-43D0-9D44-9B96E96D38BA}" dt="2024-01-24T22:38:34.157" v="885" actId="207"/>
          <ac:spMkLst>
            <pc:docMk/>
            <pc:sldMk cId="3430484961" sldId="2140756586"/>
            <ac:spMk id="24" creationId="{947A6968-AB68-7A61-A87E-318F5FE95EA4}"/>
          </ac:spMkLst>
        </pc:spChg>
        <pc:spChg chg="mod">
          <ac:chgData name="patricia.mcmanus" userId="c5f88545-042c-4272-be52-738da46dc53a" providerId="ADAL" clId="{C79FDEE5-36C7-43D0-9D44-9B96E96D38BA}" dt="2024-01-24T22:38:34.157" v="885" actId="207"/>
          <ac:spMkLst>
            <pc:docMk/>
            <pc:sldMk cId="3430484961" sldId="2140756586"/>
            <ac:spMk id="26" creationId="{048709CF-3315-D366-8D94-9080F050BA94}"/>
          </ac:spMkLst>
        </pc:spChg>
        <pc:spChg chg="mod">
          <ac:chgData name="patricia.mcmanus" userId="c5f88545-042c-4272-be52-738da46dc53a" providerId="ADAL" clId="{C79FDEE5-36C7-43D0-9D44-9B96E96D38BA}" dt="2024-01-24T22:38:34.157" v="885" actId="207"/>
          <ac:spMkLst>
            <pc:docMk/>
            <pc:sldMk cId="3430484961" sldId="2140756586"/>
            <ac:spMk id="27" creationId="{83F9B7E8-5045-C7FC-386B-B39E5AC006FF}"/>
          </ac:spMkLst>
        </pc:spChg>
        <pc:spChg chg="mod">
          <ac:chgData name="patricia.mcmanus" userId="c5f88545-042c-4272-be52-738da46dc53a" providerId="ADAL" clId="{C79FDEE5-36C7-43D0-9D44-9B96E96D38BA}" dt="2024-01-24T22:38:34.157" v="885" actId="207"/>
          <ac:spMkLst>
            <pc:docMk/>
            <pc:sldMk cId="3430484961" sldId="2140756586"/>
            <ac:spMk id="29" creationId="{5F57CA0E-7388-0F2B-2127-663862BFEB09}"/>
          </ac:spMkLst>
        </pc:spChg>
        <pc:picChg chg="add mod">
          <ac:chgData name="patricia.mcmanus" userId="c5f88545-042c-4272-be52-738da46dc53a" providerId="ADAL" clId="{C79FDEE5-36C7-43D0-9D44-9B96E96D38BA}" dt="2024-01-24T22:39:40.332" v="888" actId="1440"/>
          <ac:picMkLst>
            <pc:docMk/>
            <pc:sldMk cId="3430484961" sldId="2140756586"/>
            <ac:picMk id="2" creationId="{C17878FE-216B-90BA-2A3F-2918DF3B492D}"/>
          </ac:picMkLst>
        </pc:picChg>
        <pc:picChg chg="del mod">
          <ac:chgData name="patricia.mcmanus" userId="c5f88545-042c-4272-be52-738da46dc53a" providerId="ADAL" clId="{C79FDEE5-36C7-43D0-9D44-9B96E96D38BA}" dt="2024-01-24T22:38:17.838" v="883" actId="478"/>
          <ac:picMkLst>
            <pc:docMk/>
            <pc:sldMk cId="3430484961" sldId="2140756586"/>
            <ac:picMk id="7" creationId="{AF5FEE90-3E07-25C3-5CD3-EDF05591226E}"/>
          </ac:picMkLst>
        </pc:picChg>
      </pc:sldChg>
      <pc:sldChg chg="modSp new mod">
        <pc:chgData name="patricia.mcmanus" userId="c5f88545-042c-4272-be52-738da46dc53a" providerId="ADAL" clId="{C79FDEE5-36C7-43D0-9D44-9B96E96D38BA}" dt="2024-01-24T22:59:08.634" v="991" actId="1076"/>
        <pc:sldMkLst>
          <pc:docMk/>
          <pc:sldMk cId="612619062" sldId="2140756587"/>
        </pc:sldMkLst>
        <pc:spChg chg="mod">
          <ac:chgData name="patricia.mcmanus" userId="c5f88545-042c-4272-be52-738da46dc53a" providerId="ADAL" clId="{C79FDEE5-36C7-43D0-9D44-9B96E96D38BA}" dt="2024-01-24T22:59:08.634" v="991" actId="1076"/>
          <ac:spMkLst>
            <pc:docMk/>
            <pc:sldMk cId="612619062" sldId="2140756587"/>
            <ac:spMk id="2" creationId="{AD02DB94-D244-8D6E-92A9-B46E2EEDD64A}"/>
          </ac:spMkLst>
        </pc:spChg>
        <pc:spChg chg="mod">
          <ac:chgData name="patricia.mcmanus" userId="c5f88545-042c-4272-be52-738da46dc53a" providerId="ADAL" clId="{C79FDEE5-36C7-43D0-9D44-9B96E96D38BA}" dt="2024-01-24T22:55:33.344" v="943"/>
          <ac:spMkLst>
            <pc:docMk/>
            <pc:sldMk cId="612619062" sldId="2140756587"/>
            <ac:spMk id="3" creationId="{9C065E6D-5EF8-67F8-5CE4-FEACAF9D7049}"/>
          </ac:spMkLst>
        </pc:spChg>
      </pc:sldChg>
      <pc:sldChg chg="addSp modSp add del mod">
        <pc:chgData name="patricia.mcmanus" userId="c5f88545-042c-4272-be52-738da46dc53a" providerId="ADAL" clId="{C79FDEE5-36C7-43D0-9D44-9B96E96D38BA}" dt="2024-01-24T22:42:49.327" v="899" actId="47"/>
        <pc:sldMkLst>
          <pc:docMk/>
          <pc:sldMk cId="1616659323" sldId="2140756587"/>
        </pc:sldMkLst>
        <pc:spChg chg="mod">
          <ac:chgData name="patricia.mcmanus" userId="c5f88545-042c-4272-be52-738da46dc53a" providerId="ADAL" clId="{C79FDEE5-36C7-43D0-9D44-9B96E96D38BA}" dt="2024-01-24T22:32:03.743" v="808"/>
          <ac:spMkLst>
            <pc:docMk/>
            <pc:sldMk cId="1616659323" sldId="2140756587"/>
            <ac:spMk id="17" creationId="{78FD1C47-948F-407D-2635-50B6F89F3A62}"/>
          </ac:spMkLst>
        </pc:spChg>
        <pc:spChg chg="mod">
          <ac:chgData name="patricia.mcmanus" userId="c5f88545-042c-4272-be52-738da46dc53a" providerId="ADAL" clId="{C79FDEE5-36C7-43D0-9D44-9B96E96D38BA}" dt="2024-01-24T22:32:03.743" v="809"/>
          <ac:spMkLst>
            <pc:docMk/>
            <pc:sldMk cId="1616659323" sldId="2140756587"/>
            <ac:spMk id="18" creationId="{FAD85D89-5E8A-4F3F-24AB-A4E443B3FDE0}"/>
          </ac:spMkLst>
        </pc:spChg>
        <pc:spChg chg="mod">
          <ac:chgData name="patricia.mcmanus" userId="c5f88545-042c-4272-be52-738da46dc53a" providerId="ADAL" clId="{C79FDEE5-36C7-43D0-9D44-9B96E96D38BA}" dt="2024-01-24T22:32:03.745" v="810"/>
          <ac:spMkLst>
            <pc:docMk/>
            <pc:sldMk cId="1616659323" sldId="2140756587"/>
            <ac:spMk id="19" creationId="{AE3D3601-F63D-0BEA-3512-4E7F5A3E6B89}"/>
          </ac:spMkLst>
        </pc:spChg>
        <pc:spChg chg="mod">
          <ac:chgData name="patricia.mcmanus" userId="c5f88545-042c-4272-be52-738da46dc53a" providerId="ADAL" clId="{C79FDEE5-36C7-43D0-9D44-9B96E96D38BA}" dt="2024-01-24T22:32:03.747" v="814"/>
          <ac:spMkLst>
            <pc:docMk/>
            <pc:sldMk cId="1616659323" sldId="2140756587"/>
            <ac:spMk id="24" creationId="{947A6968-AB68-7A61-A87E-318F5FE95EA4}"/>
          </ac:spMkLst>
        </pc:spChg>
        <pc:spChg chg="mod">
          <ac:chgData name="patricia.mcmanus" userId="c5f88545-042c-4272-be52-738da46dc53a" providerId="ADAL" clId="{C79FDEE5-36C7-43D0-9D44-9B96E96D38BA}" dt="2024-01-24T22:32:03.745" v="811"/>
          <ac:spMkLst>
            <pc:docMk/>
            <pc:sldMk cId="1616659323" sldId="2140756587"/>
            <ac:spMk id="26" creationId="{048709CF-3315-D366-8D94-9080F050BA94}"/>
          </ac:spMkLst>
        </pc:spChg>
        <pc:spChg chg="mod">
          <ac:chgData name="patricia.mcmanus" userId="c5f88545-042c-4272-be52-738da46dc53a" providerId="ADAL" clId="{C79FDEE5-36C7-43D0-9D44-9B96E96D38BA}" dt="2024-01-24T22:32:03.746" v="812"/>
          <ac:spMkLst>
            <pc:docMk/>
            <pc:sldMk cId="1616659323" sldId="2140756587"/>
            <ac:spMk id="27" creationId="{83F9B7E8-5045-C7FC-386B-B39E5AC006FF}"/>
          </ac:spMkLst>
        </pc:spChg>
        <pc:spChg chg="mod">
          <ac:chgData name="patricia.mcmanus" userId="c5f88545-042c-4272-be52-738da46dc53a" providerId="ADAL" clId="{C79FDEE5-36C7-43D0-9D44-9B96E96D38BA}" dt="2024-01-24T22:32:03.746" v="813"/>
          <ac:spMkLst>
            <pc:docMk/>
            <pc:sldMk cId="1616659323" sldId="2140756587"/>
            <ac:spMk id="29" creationId="{5F57CA0E-7388-0F2B-2127-663862BFEB09}"/>
          </ac:spMkLst>
        </pc:spChg>
        <pc:picChg chg="add mod">
          <ac:chgData name="patricia.mcmanus" userId="c5f88545-042c-4272-be52-738da46dc53a" providerId="ADAL" clId="{C79FDEE5-36C7-43D0-9D44-9B96E96D38BA}" dt="2024-01-24T22:32:03.727" v="807"/>
          <ac:picMkLst>
            <pc:docMk/>
            <pc:sldMk cId="1616659323" sldId="2140756587"/>
            <ac:picMk id="2" creationId="{36C8E89D-CF7F-5068-E81A-8DFD4A9BF665}"/>
          </ac:picMkLst>
        </pc:picChg>
      </pc:sldChg>
      <pc:sldChg chg="modSp new mod">
        <pc:chgData name="patricia.mcmanus" userId="c5f88545-042c-4272-be52-738da46dc53a" providerId="ADAL" clId="{C79FDEE5-36C7-43D0-9D44-9B96E96D38BA}" dt="2024-01-24T22:59:18.140" v="993" actId="1076"/>
        <pc:sldMkLst>
          <pc:docMk/>
          <pc:sldMk cId="1785655797" sldId="2140756588"/>
        </pc:sldMkLst>
        <pc:spChg chg="mod">
          <ac:chgData name="patricia.mcmanus" userId="c5f88545-042c-4272-be52-738da46dc53a" providerId="ADAL" clId="{C79FDEE5-36C7-43D0-9D44-9B96E96D38BA}" dt="2024-01-24T22:59:18.140" v="993" actId="1076"/>
          <ac:spMkLst>
            <pc:docMk/>
            <pc:sldMk cId="1785655797" sldId="2140756588"/>
            <ac:spMk id="2" creationId="{D42D3E77-C9C6-F28E-0CA6-D9071C6C8F33}"/>
          </ac:spMkLst>
        </pc:spChg>
        <pc:spChg chg="mod">
          <ac:chgData name="patricia.mcmanus" userId="c5f88545-042c-4272-be52-738da46dc53a" providerId="ADAL" clId="{C79FDEE5-36C7-43D0-9D44-9B96E96D38BA}" dt="2024-01-24T22:59:15.720" v="992" actId="1076"/>
          <ac:spMkLst>
            <pc:docMk/>
            <pc:sldMk cId="1785655797" sldId="2140756588"/>
            <ac:spMk id="3" creationId="{AB225FB8-0BE1-50AB-313A-3C6546C98AEA}"/>
          </ac:spMkLst>
        </pc:spChg>
      </pc:sldChg>
      <pc:sldChg chg="addSp modSp add del mod">
        <pc:chgData name="patricia.mcmanus" userId="c5f88545-042c-4272-be52-738da46dc53a" providerId="ADAL" clId="{C79FDEE5-36C7-43D0-9D44-9B96E96D38BA}" dt="2024-01-24T22:42:49.327" v="899" actId="47"/>
        <pc:sldMkLst>
          <pc:docMk/>
          <pc:sldMk cId="3589416860" sldId="2140756588"/>
        </pc:sldMkLst>
        <pc:spChg chg="mod">
          <ac:chgData name="patricia.mcmanus" userId="c5f88545-042c-4272-be52-738da46dc53a" providerId="ADAL" clId="{C79FDEE5-36C7-43D0-9D44-9B96E96D38BA}" dt="2024-01-24T22:32:04.176" v="816"/>
          <ac:spMkLst>
            <pc:docMk/>
            <pc:sldMk cId="3589416860" sldId="2140756588"/>
            <ac:spMk id="13" creationId="{E858C2B0-DA4F-08D8-7193-BF8EA418965C}"/>
          </ac:spMkLst>
        </pc:spChg>
        <pc:picChg chg="add mod">
          <ac:chgData name="patricia.mcmanus" userId="c5f88545-042c-4272-be52-738da46dc53a" providerId="ADAL" clId="{C79FDEE5-36C7-43D0-9D44-9B96E96D38BA}" dt="2024-01-24T22:32:04.644" v="817"/>
          <ac:picMkLst>
            <pc:docMk/>
            <pc:sldMk cId="3589416860" sldId="2140756588"/>
            <ac:picMk id="4" creationId="{D2BBB4BF-26BB-8282-0C7E-89C75E93F6EE}"/>
          </ac:picMkLst>
        </pc:picChg>
        <pc:picChg chg="add mod">
          <ac:chgData name="patricia.mcmanus" userId="c5f88545-042c-4272-be52-738da46dc53a" providerId="ADAL" clId="{C79FDEE5-36C7-43D0-9D44-9B96E96D38BA}" dt="2024-01-24T22:32:04.897" v="818"/>
          <ac:picMkLst>
            <pc:docMk/>
            <pc:sldMk cId="3589416860" sldId="2140756588"/>
            <ac:picMk id="5" creationId="{EBB80BD7-D1C1-6727-A655-3F164CFF176B}"/>
          </ac:picMkLst>
        </pc:picChg>
        <pc:picChg chg="add mod">
          <ac:chgData name="patricia.mcmanus" userId="c5f88545-042c-4272-be52-738da46dc53a" providerId="ADAL" clId="{C79FDEE5-36C7-43D0-9D44-9B96E96D38BA}" dt="2024-01-24T22:32:05.240" v="819"/>
          <ac:picMkLst>
            <pc:docMk/>
            <pc:sldMk cId="3589416860" sldId="2140756588"/>
            <ac:picMk id="6" creationId="{1F2ACA66-1C59-A8DF-5D39-F0E947D9BE35}"/>
          </ac:picMkLst>
        </pc:picChg>
      </pc:sldChg>
      <pc:sldChg chg="modSp add del mod">
        <pc:chgData name="patricia.mcmanus" userId="c5f88545-042c-4272-be52-738da46dc53a" providerId="ADAL" clId="{C79FDEE5-36C7-43D0-9D44-9B96E96D38BA}" dt="2024-01-24T22:42:49.327" v="899" actId="47"/>
        <pc:sldMkLst>
          <pc:docMk/>
          <pc:sldMk cId="1177165434" sldId="2140756589"/>
        </pc:sldMkLst>
        <pc:spChg chg="mod">
          <ac:chgData name="patricia.mcmanus" userId="c5f88545-042c-4272-be52-738da46dc53a" providerId="ADAL" clId="{C79FDEE5-36C7-43D0-9D44-9B96E96D38BA}" dt="2024-01-24T22:32:05.743" v="821"/>
          <ac:spMkLst>
            <pc:docMk/>
            <pc:sldMk cId="1177165434" sldId="2140756589"/>
            <ac:spMk id="13" creationId="{E858C2B0-DA4F-08D8-7193-BF8EA418965C}"/>
          </ac:spMkLst>
        </pc:spChg>
      </pc:sldChg>
      <pc:sldChg chg="modSp new mod modNotesTx">
        <pc:chgData name="patricia.mcmanus" userId="c5f88545-042c-4272-be52-738da46dc53a" providerId="ADAL" clId="{C79FDEE5-36C7-43D0-9D44-9B96E96D38BA}" dt="2024-01-24T22:55:33.344" v="943"/>
        <pc:sldMkLst>
          <pc:docMk/>
          <pc:sldMk cId="2610261542" sldId="2140756589"/>
        </pc:sldMkLst>
        <pc:spChg chg="mod">
          <ac:chgData name="patricia.mcmanus" userId="c5f88545-042c-4272-be52-738da46dc53a" providerId="ADAL" clId="{C79FDEE5-36C7-43D0-9D44-9B96E96D38BA}" dt="2024-01-24T22:55:33.344" v="943"/>
          <ac:spMkLst>
            <pc:docMk/>
            <pc:sldMk cId="2610261542" sldId="2140756589"/>
            <ac:spMk id="2" creationId="{D30BB60B-1525-BB0E-D9C2-6EE8338B366F}"/>
          </ac:spMkLst>
        </pc:spChg>
        <pc:spChg chg="mod">
          <ac:chgData name="patricia.mcmanus" userId="c5f88545-042c-4272-be52-738da46dc53a" providerId="ADAL" clId="{C79FDEE5-36C7-43D0-9D44-9B96E96D38BA}" dt="2024-01-24T22:55:33.344" v="943"/>
          <ac:spMkLst>
            <pc:docMk/>
            <pc:sldMk cId="2610261542" sldId="2140756589"/>
            <ac:spMk id="3" creationId="{9345BE97-BF7E-4616-34BA-5E0EF9C302DC}"/>
          </ac:spMkLst>
        </pc:spChg>
      </pc:sldChg>
      <pc:sldChg chg="addSp modSp add del mod">
        <pc:chgData name="patricia.mcmanus" userId="c5f88545-042c-4272-be52-738da46dc53a" providerId="ADAL" clId="{C79FDEE5-36C7-43D0-9D44-9B96E96D38BA}" dt="2024-01-24T22:42:49.327" v="899" actId="47"/>
        <pc:sldMkLst>
          <pc:docMk/>
          <pc:sldMk cId="18512977" sldId="2140756590"/>
        </pc:sldMkLst>
        <pc:spChg chg="mod">
          <ac:chgData name="patricia.mcmanus" userId="c5f88545-042c-4272-be52-738da46dc53a" providerId="ADAL" clId="{C79FDEE5-36C7-43D0-9D44-9B96E96D38BA}" dt="2024-01-24T22:32:06.161" v="823"/>
          <ac:spMkLst>
            <pc:docMk/>
            <pc:sldMk cId="18512977" sldId="2140756590"/>
            <ac:spMk id="13" creationId="{E858C2B0-DA4F-08D8-7193-BF8EA418965C}"/>
          </ac:spMkLst>
        </pc:spChg>
        <pc:picChg chg="add mod">
          <ac:chgData name="patricia.mcmanus" userId="c5f88545-042c-4272-be52-738da46dc53a" providerId="ADAL" clId="{C79FDEE5-36C7-43D0-9D44-9B96E96D38BA}" dt="2024-01-24T22:32:06.769" v="824"/>
          <ac:picMkLst>
            <pc:docMk/>
            <pc:sldMk cId="18512977" sldId="2140756590"/>
            <ac:picMk id="2" creationId="{8C9C8DEF-06A7-A47E-1F01-0CDD80A1CA0D}"/>
          </ac:picMkLst>
        </pc:picChg>
      </pc:sldChg>
      <pc:sldChg chg="modSp new mod ord">
        <pc:chgData name="patricia.mcmanus" userId="c5f88545-042c-4272-be52-738da46dc53a" providerId="ADAL" clId="{C79FDEE5-36C7-43D0-9D44-9B96E96D38BA}" dt="2024-01-24T22:58:36.763" v="988" actId="1076"/>
        <pc:sldMkLst>
          <pc:docMk/>
          <pc:sldMk cId="4131132587" sldId="2140756590"/>
        </pc:sldMkLst>
        <pc:spChg chg="mod">
          <ac:chgData name="patricia.mcmanus" userId="c5f88545-042c-4272-be52-738da46dc53a" providerId="ADAL" clId="{C79FDEE5-36C7-43D0-9D44-9B96E96D38BA}" dt="2024-01-24T22:58:36.763" v="988" actId="1076"/>
          <ac:spMkLst>
            <pc:docMk/>
            <pc:sldMk cId="4131132587" sldId="2140756590"/>
            <ac:spMk id="2" creationId="{70DEE1DC-5609-C146-089F-6D0CDC25C90F}"/>
          </ac:spMkLst>
        </pc:spChg>
        <pc:spChg chg="mod">
          <ac:chgData name="patricia.mcmanus" userId="c5f88545-042c-4272-be52-738da46dc53a" providerId="ADAL" clId="{C79FDEE5-36C7-43D0-9D44-9B96E96D38BA}" dt="2024-01-24T22:58:22.499" v="987"/>
          <ac:spMkLst>
            <pc:docMk/>
            <pc:sldMk cId="4131132587" sldId="2140756590"/>
            <ac:spMk id="3" creationId="{CEE631BE-986B-C396-C541-F14D85126487}"/>
          </ac:spMkLst>
        </pc:spChg>
      </pc:sldChg>
      <pc:sldChg chg="modSp add del mod">
        <pc:chgData name="patricia.mcmanus" userId="c5f88545-042c-4272-be52-738da46dc53a" providerId="ADAL" clId="{C79FDEE5-36C7-43D0-9D44-9B96E96D38BA}" dt="2024-01-24T22:42:49.327" v="899" actId="47"/>
        <pc:sldMkLst>
          <pc:docMk/>
          <pc:sldMk cId="1670072025" sldId="2140756591"/>
        </pc:sldMkLst>
        <pc:spChg chg="mod">
          <ac:chgData name="patricia.mcmanus" userId="c5f88545-042c-4272-be52-738da46dc53a" providerId="ADAL" clId="{C79FDEE5-36C7-43D0-9D44-9B96E96D38BA}" dt="2024-01-24T22:32:07.191" v="826"/>
          <ac:spMkLst>
            <pc:docMk/>
            <pc:sldMk cId="1670072025" sldId="2140756591"/>
            <ac:spMk id="13" creationId="{E858C2B0-DA4F-08D8-7193-BF8EA418965C}"/>
          </ac:spMkLst>
        </pc:spChg>
      </pc:sldChg>
      <pc:sldChg chg="modSp new mod">
        <pc:chgData name="patricia.mcmanus" userId="c5f88545-042c-4272-be52-738da46dc53a" providerId="ADAL" clId="{C79FDEE5-36C7-43D0-9D44-9B96E96D38BA}" dt="2024-01-24T22:57:58.488" v="984"/>
        <pc:sldMkLst>
          <pc:docMk/>
          <pc:sldMk cId="2818559277" sldId="2140756591"/>
        </pc:sldMkLst>
        <pc:spChg chg="mod">
          <ac:chgData name="patricia.mcmanus" userId="c5f88545-042c-4272-be52-738da46dc53a" providerId="ADAL" clId="{C79FDEE5-36C7-43D0-9D44-9B96E96D38BA}" dt="2024-01-24T22:57:29.899" v="980"/>
          <ac:spMkLst>
            <pc:docMk/>
            <pc:sldMk cId="2818559277" sldId="2140756591"/>
            <ac:spMk id="2" creationId="{AC548A27-63FF-AF35-9B8E-1941700A8881}"/>
          </ac:spMkLst>
        </pc:spChg>
        <pc:spChg chg="mod">
          <ac:chgData name="patricia.mcmanus" userId="c5f88545-042c-4272-be52-738da46dc53a" providerId="ADAL" clId="{C79FDEE5-36C7-43D0-9D44-9B96E96D38BA}" dt="2024-01-24T22:57:58.488" v="984"/>
          <ac:spMkLst>
            <pc:docMk/>
            <pc:sldMk cId="2818559277" sldId="2140756591"/>
            <ac:spMk id="3" creationId="{C165A7D0-EB56-8C78-CEF9-22B8F365B3C2}"/>
          </ac:spMkLst>
        </pc:spChg>
      </pc:sldChg>
      <pc:sldChg chg="modSp new mod">
        <pc:chgData name="patricia.mcmanus" userId="c5f88545-042c-4272-be52-738da46dc53a" providerId="ADAL" clId="{C79FDEE5-36C7-43D0-9D44-9B96E96D38BA}" dt="2024-01-24T23:02:35.479" v="1016" actId="20577"/>
        <pc:sldMkLst>
          <pc:docMk/>
          <pc:sldMk cId="830999778" sldId="2140756592"/>
        </pc:sldMkLst>
        <pc:spChg chg="mod">
          <ac:chgData name="patricia.mcmanus" userId="c5f88545-042c-4272-be52-738da46dc53a" providerId="ADAL" clId="{C79FDEE5-36C7-43D0-9D44-9B96E96D38BA}" dt="2024-01-24T23:02:08.158" v="1014"/>
          <ac:spMkLst>
            <pc:docMk/>
            <pc:sldMk cId="830999778" sldId="2140756592"/>
            <ac:spMk id="2" creationId="{86083478-7680-9F95-28CD-20558726C112}"/>
          </ac:spMkLst>
        </pc:spChg>
        <pc:spChg chg="mod">
          <ac:chgData name="patricia.mcmanus" userId="c5f88545-042c-4272-be52-738da46dc53a" providerId="ADAL" clId="{C79FDEE5-36C7-43D0-9D44-9B96E96D38BA}" dt="2024-01-24T23:02:35.479" v="1016" actId="20577"/>
          <ac:spMkLst>
            <pc:docMk/>
            <pc:sldMk cId="830999778" sldId="2140756592"/>
            <ac:spMk id="3" creationId="{D6DB9A46-AD5D-59BC-2B75-EE9C75D8AD3A}"/>
          </ac:spMkLst>
        </pc:spChg>
      </pc:sldChg>
      <pc:sldChg chg="addSp modSp add del mod">
        <pc:chgData name="patricia.mcmanus" userId="c5f88545-042c-4272-be52-738da46dc53a" providerId="ADAL" clId="{C79FDEE5-36C7-43D0-9D44-9B96E96D38BA}" dt="2024-01-24T22:42:49.327" v="899" actId="47"/>
        <pc:sldMkLst>
          <pc:docMk/>
          <pc:sldMk cId="2867727975" sldId="2140756592"/>
        </pc:sldMkLst>
        <pc:spChg chg="mod">
          <ac:chgData name="patricia.mcmanus" userId="c5f88545-042c-4272-be52-738da46dc53a" providerId="ADAL" clId="{C79FDEE5-36C7-43D0-9D44-9B96E96D38BA}" dt="2024-01-24T22:32:08.217" v="829"/>
          <ac:spMkLst>
            <pc:docMk/>
            <pc:sldMk cId="2867727975" sldId="2140756592"/>
            <ac:spMk id="17" creationId="{78FD1C47-948F-407D-2635-50B6F89F3A62}"/>
          </ac:spMkLst>
        </pc:spChg>
        <pc:picChg chg="add mod">
          <ac:chgData name="patricia.mcmanus" userId="c5f88545-042c-4272-be52-738da46dc53a" providerId="ADAL" clId="{C79FDEE5-36C7-43D0-9D44-9B96E96D38BA}" dt="2024-01-24T22:32:08.214" v="828"/>
          <ac:picMkLst>
            <pc:docMk/>
            <pc:sldMk cId="2867727975" sldId="2140756592"/>
            <ac:picMk id="2" creationId="{1924028A-A188-396A-F3A3-EC5F6C712A04}"/>
          </ac:picMkLst>
        </pc:picChg>
      </pc:sldChg>
      <pc:sldChg chg="addSp modSp add del mod">
        <pc:chgData name="patricia.mcmanus" userId="c5f88545-042c-4272-be52-738da46dc53a" providerId="ADAL" clId="{C79FDEE5-36C7-43D0-9D44-9B96E96D38BA}" dt="2024-01-24T22:42:49.327" v="899" actId="47"/>
        <pc:sldMkLst>
          <pc:docMk/>
          <pc:sldMk cId="1070710670" sldId="2140756593"/>
        </pc:sldMkLst>
        <pc:spChg chg="mod">
          <ac:chgData name="patricia.mcmanus" userId="c5f88545-042c-4272-be52-738da46dc53a" providerId="ADAL" clId="{C79FDEE5-36C7-43D0-9D44-9B96E96D38BA}" dt="2024-01-24T22:32:08.680" v="831"/>
          <ac:spMkLst>
            <pc:docMk/>
            <pc:sldMk cId="1070710670" sldId="2140756593"/>
            <ac:spMk id="13" creationId="{E858C2B0-DA4F-08D8-7193-BF8EA418965C}"/>
          </ac:spMkLst>
        </pc:spChg>
        <pc:picChg chg="add mod">
          <ac:chgData name="patricia.mcmanus" userId="c5f88545-042c-4272-be52-738da46dc53a" providerId="ADAL" clId="{C79FDEE5-36C7-43D0-9D44-9B96E96D38BA}" dt="2024-01-24T22:32:09.274" v="832"/>
          <ac:picMkLst>
            <pc:docMk/>
            <pc:sldMk cId="1070710670" sldId="2140756593"/>
            <ac:picMk id="4" creationId="{0EDC4A18-2012-9446-DF03-C20AC8AB4CAD}"/>
          </ac:picMkLst>
        </pc:picChg>
        <pc:picChg chg="add mod">
          <ac:chgData name="patricia.mcmanus" userId="c5f88545-042c-4272-be52-738da46dc53a" providerId="ADAL" clId="{C79FDEE5-36C7-43D0-9D44-9B96E96D38BA}" dt="2024-01-24T22:32:09.421" v="833"/>
          <ac:picMkLst>
            <pc:docMk/>
            <pc:sldMk cId="1070710670" sldId="2140756593"/>
            <ac:picMk id="5" creationId="{BB279942-C62E-E774-30F0-C022B440EABF}"/>
          </ac:picMkLst>
        </pc:picChg>
        <pc:picChg chg="add mod">
          <ac:chgData name="patricia.mcmanus" userId="c5f88545-042c-4272-be52-738da46dc53a" providerId="ADAL" clId="{C79FDEE5-36C7-43D0-9D44-9B96E96D38BA}" dt="2024-01-24T22:32:09.591" v="834"/>
          <ac:picMkLst>
            <pc:docMk/>
            <pc:sldMk cId="1070710670" sldId="2140756593"/>
            <ac:picMk id="6" creationId="{9083ACEE-EB9A-A758-79A4-5F0C2ACCC7FB}"/>
          </ac:picMkLst>
        </pc:picChg>
      </pc:sldChg>
      <pc:sldChg chg="modSp new mod">
        <pc:chgData name="patricia.mcmanus" userId="c5f88545-042c-4272-be52-738da46dc53a" providerId="ADAL" clId="{C79FDEE5-36C7-43D0-9D44-9B96E96D38BA}" dt="2024-01-24T23:28:41.289" v="1053" actId="20577"/>
        <pc:sldMkLst>
          <pc:docMk/>
          <pc:sldMk cId="3910685481" sldId="2140756593"/>
        </pc:sldMkLst>
        <pc:spChg chg="mod">
          <ac:chgData name="patricia.mcmanus" userId="c5f88545-042c-4272-be52-738da46dc53a" providerId="ADAL" clId="{C79FDEE5-36C7-43D0-9D44-9B96E96D38BA}" dt="2024-01-24T23:28:30.073" v="1029" actId="20577"/>
          <ac:spMkLst>
            <pc:docMk/>
            <pc:sldMk cId="3910685481" sldId="2140756593"/>
            <ac:spMk id="2" creationId="{C347008B-B2FE-B464-0E78-65A3E94DDFA5}"/>
          </ac:spMkLst>
        </pc:spChg>
        <pc:spChg chg="mod">
          <ac:chgData name="patricia.mcmanus" userId="c5f88545-042c-4272-be52-738da46dc53a" providerId="ADAL" clId="{C79FDEE5-36C7-43D0-9D44-9B96E96D38BA}" dt="2024-01-24T23:28:41.289" v="1053" actId="20577"/>
          <ac:spMkLst>
            <pc:docMk/>
            <pc:sldMk cId="3910685481" sldId="2140756593"/>
            <ac:spMk id="3" creationId="{1C02C6EE-E1FA-B5A2-5B84-B3DA1661D54E}"/>
          </ac:spMkLst>
        </pc:spChg>
      </pc:sldChg>
      <pc:sldChg chg="modSp add del mod">
        <pc:chgData name="patricia.mcmanus" userId="c5f88545-042c-4272-be52-738da46dc53a" providerId="ADAL" clId="{C79FDEE5-36C7-43D0-9D44-9B96E96D38BA}" dt="2024-01-24T22:42:49.327" v="899" actId="47"/>
        <pc:sldMkLst>
          <pc:docMk/>
          <pc:sldMk cId="3886884839" sldId="2140756594"/>
        </pc:sldMkLst>
        <pc:spChg chg="mod">
          <ac:chgData name="patricia.mcmanus" userId="c5f88545-042c-4272-be52-738da46dc53a" providerId="ADAL" clId="{C79FDEE5-36C7-43D0-9D44-9B96E96D38BA}" dt="2024-01-24T22:32:10.036" v="836"/>
          <ac:spMkLst>
            <pc:docMk/>
            <pc:sldMk cId="3886884839" sldId="2140756594"/>
            <ac:spMk id="13" creationId="{E858C2B0-DA4F-08D8-7193-BF8EA418965C}"/>
          </ac:spMkLst>
        </pc:spChg>
      </pc:sldChg>
      <pc:sldChg chg="modSp add del mod">
        <pc:chgData name="patricia.mcmanus" userId="c5f88545-042c-4272-be52-738da46dc53a" providerId="ADAL" clId="{C79FDEE5-36C7-43D0-9D44-9B96E96D38BA}" dt="2024-01-24T22:42:49.327" v="899" actId="47"/>
        <pc:sldMkLst>
          <pc:docMk/>
          <pc:sldMk cId="1064038288" sldId="2140756595"/>
        </pc:sldMkLst>
        <pc:spChg chg="mod">
          <ac:chgData name="patricia.mcmanus" userId="c5f88545-042c-4272-be52-738da46dc53a" providerId="ADAL" clId="{C79FDEE5-36C7-43D0-9D44-9B96E96D38BA}" dt="2024-01-24T22:32:11.030" v="838"/>
          <ac:spMkLst>
            <pc:docMk/>
            <pc:sldMk cId="1064038288" sldId="2140756595"/>
            <ac:spMk id="13" creationId="{E858C2B0-DA4F-08D8-7193-BF8EA418965C}"/>
          </ac:spMkLst>
        </pc:spChg>
      </pc:sldChg>
      <pc:sldMasterChg chg="add del addSldLayout delSldLayout">
        <pc:chgData name="patricia.mcmanus" userId="c5f88545-042c-4272-be52-738da46dc53a" providerId="ADAL" clId="{C79FDEE5-36C7-43D0-9D44-9B96E96D38BA}" dt="2024-01-24T22:42:49.327" v="899" actId="47"/>
        <pc:sldMasterMkLst>
          <pc:docMk/>
          <pc:sldMasterMk cId="3661126086" sldId="2147483648"/>
        </pc:sldMasterMkLst>
        <pc:sldLayoutChg chg="add del">
          <pc:chgData name="patricia.mcmanus" userId="c5f88545-042c-4272-be52-738da46dc53a" providerId="ADAL" clId="{C79FDEE5-36C7-43D0-9D44-9B96E96D38BA}" dt="2024-01-24T22:42:49.327" v="899" actId="47"/>
          <pc:sldLayoutMkLst>
            <pc:docMk/>
            <pc:sldMasterMk cId="3661126086" sldId="2147483648"/>
            <pc:sldLayoutMk cId="1194831812" sldId="2147483649"/>
          </pc:sldLayoutMkLst>
        </pc:sldLayoutChg>
        <pc:sldLayoutChg chg="add del">
          <pc:chgData name="patricia.mcmanus" userId="c5f88545-042c-4272-be52-738da46dc53a" providerId="ADAL" clId="{C79FDEE5-36C7-43D0-9D44-9B96E96D38BA}" dt="2024-01-24T22:42:49.327" v="899" actId="47"/>
          <pc:sldLayoutMkLst>
            <pc:docMk/>
            <pc:sldMasterMk cId="3661126086" sldId="2147483648"/>
            <pc:sldLayoutMk cId="741139445" sldId="2147483650"/>
          </pc:sldLayoutMkLst>
        </pc:sldLayoutChg>
        <pc:sldLayoutChg chg="add del">
          <pc:chgData name="patricia.mcmanus" userId="c5f88545-042c-4272-be52-738da46dc53a" providerId="ADAL" clId="{C79FDEE5-36C7-43D0-9D44-9B96E96D38BA}" dt="2024-01-24T22:42:49.327" v="899" actId="47"/>
          <pc:sldLayoutMkLst>
            <pc:docMk/>
            <pc:sldMasterMk cId="3661126086" sldId="2147483648"/>
            <pc:sldLayoutMk cId="3640332893" sldId="2147483651"/>
          </pc:sldLayoutMkLst>
        </pc:sldLayoutChg>
        <pc:sldLayoutChg chg="add del">
          <pc:chgData name="patricia.mcmanus" userId="c5f88545-042c-4272-be52-738da46dc53a" providerId="ADAL" clId="{C79FDEE5-36C7-43D0-9D44-9B96E96D38BA}" dt="2024-01-24T22:42:49.327" v="899" actId="47"/>
          <pc:sldLayoutMkLst>
            <pc:docMk/>
            <pc:sldMasterMk cId="3661126086" sldId="2147483648"/>
            <pc:sldLayoutMk cId="2179568235" sldId="2147483652"/>
          </pc:sldLayoutMkLst>
        </pc:sldLayoutChg>
        <pc:sldLayoutChg chg="add del">
          <pc:chgData name="patricia.mcmanus" userId="c5f88545-042c-4272-be52-738da46dc53a" providerId="ADAL" clId="{C79FDEE5-36C7-43D0-9D44-9B96E96D38BA}" dt="2024-01-24T22:42:49.327" v="899" actId="47"/>
          <pc:sldLayoutMkLst>
            <pc:docMk/>
            <pc:sldMasterMk cId="3661126086" sldId="2147483648"/>
            <pc:sldLayoutMk cId="2711610418" sldId="2147483653"/>
          </pc:sldLayoutMkLst>
        </pc:sldLayoutChg>
        <pc:sldLayoutChg chg="add del">
          <pc:chgData name="patricia.mcmanus" userId="c5f88545-042c-4272-be52-738da46dc53a" providerId="ADAL" clId="{C79FDEE5-36C7-43D0-9D44-9B96E96D38BA}" dt="2024-01-24T22:42:49.327" v="899" actId="47"/>
          <pc:sldLayoutMkLst>
            <pc:docMk/>
            <pc:sldMasterMk cId="3661126086" sldId="2147483648"/>
            <pc:sldLayoutMk cId="250443659" sldId="2147483654"/>
          </pc:sldLayoutMkLst>
        </pc:sldLayoutChg>
        <pc:sldLayoutChg chg="add del">
          <pc:chgData name="patricia.mcmanus" userId="c5f88545-042c-4272-be52-738da46dc53a" providerId="ADAL" clId="{C79FDEE5-36C7-43D0-9D44-9B96E96D38BA}" dt="2024-01-24T22:42:49.327" v="899" actId="47"/>
          <pc:sldLayoutMkLst>
            <pc:docMk/>
            <pc:sldMasterMk cId="3661126086" sldId="2147483648"/>
            <pc:sldLayoutMk cId="195783787" sldId="2147483655"/>
          </pc:sldLayoutMkLst>
        </pc:sldLayoutChg>
        <pc:sldLayoutChg chg="add del">
          <pc:chgData name="patricia.mcmanus" userId="c5f88545-042c-4272-be52-738da46dc53a" providerId="ADAL" clId="{C79FDEE5-36C7-43D0-9D44-9B96E96D38BA}" dt="2024-01-24T22:42:49.327" v="899" actId="47"/>
          <pc:sldLayoutMkLst>
            <pc:docMk/>
            <pc:sldMasterMk cId="3661126086" sldId="2147483648"/>
            <pc:sldLayoutMk cId="3589846653" sldId="2147483656"/>
          </pc:sldLayoutMkLst>
        </pc:sldLayoutChg>
        <pc:sldLayoutChg chg="add del">
          <pc:chgData name="patricia.mcmanus" userId="c5f88545-042c-4272-be52-738da46dc53a" providerId="ADAL" clId="{C79FDEE5-36C7-43D0-9D44-9B96E96D38BA}" dt="2024-01-24T22:42:49.327" v="899" actId="47"/>
          <pc:sldLayoutMkLst>
            <pc:docMk/>
            <pc:sldMasterMk cId="3661126086" sldId="2147483648"/>
            <pc:sldLayoutMk cId="1588268777" sldId="2147483657"/>
          </pc:sldLayoutMkLst>
        </pc:sldLayoutChg>
        <pc:sldLayoutChg chg="add del">
          <pc:chgData name="patricia.mcmanus" userId="c5f88545-042c-4272-be52-738da46dc53a" providerId="ADAL" clId="{C79FDEE5-36C7-43D0-9D44-9B96E96D38BA}" dt="2024-01-24T22:42:49.327" v="899" actId="47"/>
          <pc:sldLayoutMkLst>
            <pc:docMk/>
            <pc:sldMasterMk cId="3661126086" sldId="2147483648"/>
            <pc:sldLayoutMk cId="3507378375" sldId="2147483658"/>
          </pc:sldLayoutMkLst>
        </pc:sldLayoutChg>
        <pc:sldLayoutChg chg="add del">
          <pc:chgData name="patricia.mcmanus" userId="c5f88545-042c-4272-be52-738da46dc53a" providerId="ADAL" clId="{C79FDEE5-36C7-43D0-9D44-9B96E96D38BA}" dt="2024-01-24T22:42:49.327" v="899" actId="47"/>
          <pc:sldLayoutMkLst>
            <pc:docMk/>
            <pc:sldMasterMk cId="3661126086" sldId="2147483648"/>
            <pc:sldLayoutMk cId="4023693512" sldId="2147483659"/>
          </pc:sldLayoutMkLst>
        </pc:sldLayoutChg>
      </pc:sldMasterChg>
      <pc:sldMasterChg chg="add del addSldLayout delSldLayout">
        <pc:chgData name="patricia.mcmanus" userId="c5f88545-042c-4272-be52-738da46dc53a" providerId="ADAL" clId="{C79FDEE5-36C7-43D0-9D44-9B96E96D38BA}" dt="2024-01-24T22:42:49.327" v="899" actId="47"/>
        <pc:sldMasterMkLst>
          <pc:docMk/>
          <pc:sldMasterMk cId="2033672914" sldId="2147483660"/>
        </pc:sldMasterMkLst>
        <pc:sldLayoutChg chg="add del">
          <pc:chgData name="patricia.mcmanus" userId="c5f88545-042c-4272-be52-738da46dc53a" providerId="ADAL" clId="{C79FDEE5-36C7-43D0-9D44-9B96E96D38BA}" dt="2024-01-24T22:42:49.327" v="899" actId="47"/>
          <pc:sldLayoutMkLst>
            <pc:docMk/>
            <pc:sldMasterMk cId="2033672914" sldId="2147483660"/>
            <pc:sldLayoutMk cId="3224727800" sldId="2147483661"/>
          </pc:sldLayoutMkLst>
        </pc:sldLayoutChg>
        <pc:sldLayoutChg chg="add del">
          <pc:chgData name="patricia.mcmanus" userId="c5f88545-042c-4272-be52-738da46dc53a" providerId="ADAL" clId="{C79FDEE5-36C7-43D0-9D44-9B96E96D38BA}" dt="2024-01-24T22:42:49.327" v="899" actId="47"/>
          <pc:sldLayoutMkLst>
            <pc:docMk/>
            <pc:sldMasterMk cId="2033672914" sldId="2147483660"/>
            <pc:sldLayoutMk cId="2625377442" sldId="2147483662"/>
          </pc:sldLayoutMkLst>
        </pc:sldLayoutChg>
        <pc:sldLayoutChg chg="add del">
          <pc:chgData name="patricia.mcmanus" userId="c5f88545-042c-4272-be52-738da46dc53a" providerId="ADAL" clId="{C79FDEE5-36C7-43D0-9D44-9B96E96D38BA}" dt="2024-01-24T22:42:49.327" v="899" actId="47"/>
          <pc:sldLayoutMkLst>
            <pc:docMk/>
            <pc:sldMasterMk cId="2033672914" sldId="2147483660"/>
            <pc:sldLayoutMk cId="3642725724" sldId="2147483663"/>
          </pc:sldLayoutMkLst>
        </pc:sldLayoutChg>
        <pc:sldLayoutChg chg="add del">
          <pc:chgData name="patricia.mcmanus" userId="c5f88545-042c-4272-be52-738da46dc53a" providerId="ADAL" clId="{C79FDEE5-36C7-43D0-9D44-9B96E96D38BA}" dt="2024-01-24T22:42:49.327" v="899" actId="47"/>
          <pc:sldLayoutMkLst>
            <pc:docMk/>
            <pc:sldMasterMk cId="2033672914" sldId="2147483660"/>
            <pc:sldLayoutMk cId="3340594056" sldId="2147483664"/>
          </pc:sldLayoutMkLst>
        </pc:sldLayoutChg>
        <pc:sldLayoutChg chg="add del">
          <pc:chgData name="patricia.mcmanus" userId="c5f88545-042c-4272-be52-738da46dc53a" providerId="ADAL" clId="{C79FDEE5-36C7-43D0-9D44-9B96E96D38BA}" dt="2024-01-24T22:42:49.327" v="899" actId="47"/>
          <pc:sldLayoutMkLst>
            <pc:docMk/>
            <pc:sldMasterMk cId="2033672914" sldId="2147483660"/>
            <pc:sldLayoutMk cId="4187893858" sldId="2147483665"/>
          </pc:sldLayoutMkLst>
        </pc:sldLayoutChg>
        <pc:sldLayoutChg chg="add del">
          <pc:chgData name="patricia.mcmanus" userId="c5f88545-042c-4272-be52-738da46dc53a" providerId="ADAL" clId="{C79FDEE5-36C7-43D0-9D44-9B96E96D38BA}" dt="2024-01-24T22:42:49.327" v="899" actId="47"/>
          <pc:sldLayoutMkLst>
            <pc:docMk/>
            <pc:sldMasterMk cId="2033672914" sldId="2147483660"/>
            <pc:sldLayoutMk cId="2598754854" sldId="2147483666"/>
          </pc:sldLayoutMkLst>
        </pc:sldLayoutChg>
        <pc:sldLayoutChg chg="add del">
          <pc:chgData name="patricia.mcmanus" userId="c5f88545-042c-4272-be52-738da46dc53a" providerId="ADAL" clId="{C79FDEE5-36C7-43D0-9D44-9B96E96D38BA}" dt="2024-01-24T22:42:49.327" v="899" actId="47"/>
          <pc:sldLayoutMkLst>
            <pc:docMk/>
            <pc:sldMasterMk cId="2033672914" sldId="2147483660"/>
            <pc:sldLayoutMk cId="331487923" sldId="2147483667"/>
          </pc:sldLayoutMkLst>
        </pc:sldLayoutChg>
        <pc:sldLayoutChg chg="add del">
          <pc:chgData name="patricia.mcmanus" userId="c5f88545-042c-4272-be52-738da46dc53a" providerId="ADAL" clId="{C79FDEE5-36C7-43D0-9D44-9B96E96D38BA}" dt="2024-01-24T22:42:49.327" v="899" actId="47"/>
          <pc:sldLayoutMkLst>
            <pc:docMk/>
            <pc:sldMasterMk cId="2033672914" sldId="2147483660"/>
            <pc:sldLayoutMk cId="364022382" sldId="2147483668"/>
          </pc:sldLayoutMkLst>
        </pc:sldLayoutChg>
        <pc:sldLayoutChg chg="add del">
          <pc:chgData name="patricia.mcmanus" userId="c5f88545-042c-4272-be52-738da46dc53a" providerId="ADAL" clId="{C79FDEE5-36C7-43D0-9D44-9B96E96D38BA}" dt="2024-01-24T22:42:49.327" v="899" actId="47"/>
          <pc:sldLayoutMkLst>
            <pc:docMk/>
            <pc:sldMasterMk cId="2033672914" sldId="2147483660"/>
            <pc:sldLayoutMk cId="1849983042" sldId="2147483669"/>
          </pc:sldLayoutMkLst>
        </pc:sldLayoutChg>
        <pc:sldLayoutChg chg="add del">
          <pc:chgData name="patricia.mcmanus" userId="c5f88545-042c-4272-be52-738da46dc53a" providerId="ADAL" clId="{C79FDEE5-36C7-43D0-9D44-9B96E96D38BA}" dt="2024-01-24T22:42:49.327" v="899" actId="47"/>
          <pc:sldLayoutMkLst>
            <pc:docMk/>
            <pc:sldMasterMk cId="2033672914" sldId="2147483660"/>
            <pc:sldLayoutMk cId="298059663" sldId="2147483670"/>
          </pc:sldLayoutMkLst>
        </pc:sldLayoutChg>
        <pc:sldLayoutChg chg="add del">
          <pc:chgData name="patricia.mcmanus" userId="c5f88545-042c-4272-be52-738da46dc53a" providerId="ADAL" clId="{C79FDEE5-36C7-43D0-9D44-9B96E96D38BA}" dt="2024-01-24T22:42:49.327" v="899" actId="47"/>
          <pc:sldLayoutMkLst>
            <pc:docMk/>
            <pc:sldMasterMk cId="2033672914" sldId="2147483660"/>
            <pc:sldLayoutMk cId="1292185368" sldId="2147483671"/>
          </pc:sldLayoutMkLst>
        </pc:sldLayoutChg>
      </pc:sldMasterChg>
      <pc:sldMasterChg chg="add del replId addSldLayout delSldLayout modSldLayout">
        <pc:chgData name="patricia.mcmanus" userId="c5f88545-042c-4272-be52-738da46dc53a" providerId="ADAL" clId="{C79FDEE5-36C7-43D0-9D44-9B96E96D38BA}" dt="2024-01-24T22:42:49.327" v="899" actId="47"/>
        <pc:sldMasterMkLst>
          <pc:docMk/>
          <pc:sldMasterMk cId="835244027" sldId="2147483672"/>
        </pc:sldMasterMkLst>
        <pc:sldLayoutChg chg="add del replId">
          <pc:chgData name="patricia.mcmanus" userId="c5f88545-042c-4272-be52-738da46dc53a" providerId="ADAL" clId="{C79FDEE5-36C7-43D0-9D44-9B96E96D38BA}" dt="2024-01-24T22:42:49.327" v="899" actId="47"/>
          <pc:sldLayoutMkLst>
            <pc:docMk/>
            <pc:sldMasterMk cId="835244027" sldId="2147483672"/>
            <pc:sldLayoutMk cId="1318330620" sldId="2147483673"/>
          </pc:sldLayoutMkLst>
        </pc:sldLayoutChg>
        <pc:sldLayoutChg chg="add del replId">
          <pc:chgData name="patricia.mcmanus" userId="c5f88545-042c-4272-be52-738da46dc53a" providerId="ADAL" clId="{C79FDEE5-36C7-43D0-9D44-9B96E96D38BA}" dt="2024-01-24T22:42:49.327" v="899" actId="47"/>
          <pc:sldLayoutMkLst>
            <pc:docMk/>
            <pc:sldMasterMk cId="835244027" sldId="2147483672"/>
            <pc:sldLayoutMk cId="3180619259" sldId="2147483674"/>
          </pc:sldLayoutMkLst>
        </pc:sldLayoutChg>
        <pc:sldLayoutChg chg="add del replId">
          <pc:chgData name="patricia.mcmanus" userId="c5f88545-042c-4272-be52-738da46dc53a" providerId="ADAL" clId="{C79FDEE5-36C7-43D0-9D44-9B96E96D38BA}" dt="2024-01-24T22:42:49.327" v="899" actId="47"/>
          <pc:sldLayoutMkLst>
            <pc:docMk/>
            <pc:sldMasterMk cId="835244027" sldId="2147483672"/>
            <pc:sldLayoutMk cId="916964953" sldId="2147483675"/>
          </pc:sldLayoutMkLst>
        </pc:sldLayoutChg>
        <pc:sldLayoutChg chg="add del replId">
          <pc:chgData name="patricia.mcmanus" userId="c5f88545-042c-4272-be52-738da46dc53a" providerId="ADAL" clId="{C79FDEE5-36C7-43D0-9D44-9B96E96D38BA}" dt="2024-01-24T22:42:49.327" v="899" actId="47"/>
          <pc:sldLayoutMkLst>
            <pc:docMk/>
            <pc:sldMasterMk cId="835244027" sldId="2147483672"/>
            <pc:sldLayoutMk cId="3212477740" sldId="2147483676"/>
          </pc:sldLayoutMkLst>
        </pc:sldLayoutChg>
        <pc:sldLayoutChg chg="add del replId">
          <pc:chgData name="patricia.mcmanus" userId="c5f88545-042c-4272-be52-738da46dc53a" providerId="ADAL" clId="{C79FDEE5-36C7-43D0-9D44-9B96E96D38BA}" dt="2024-01-24T22:42:49.327" v="899" actId="47"/>
          <pc:sldLayoutMkLst>
            <pc:docMk/>
            <pc:sldMasterMk cId="835244027" sldId="2147483672"/>
            <pc:sldLayoutMk cId="1987371232" sldId="2147483677"/>
          </pc:sldLayoutMkLst>
        </pc:sldLayoutChg>
        <pc:sldLayoutChg chg="add del replId">
          <pc:chgData name="patricia.mcmanus" userId="c5f88545-042c-4272-be52-738da46dc53a" providerId="ADAL" clId="{C79FDEE5-36C7-43D0-9D44-9B96E96D38BA}" dt="2024-01-24T22:42:49.327" v="899" actId="47"/>
          <pc:sldLayoutMkLst>
            <pc:docMk/>
            <pc:sldMasterMk cId="835244027" sldId="2147483672"/>
            <pc:sldLayoutMk cId="3225433173" sldId="2147483678"/>
          </pc:sldLayoutMkLst>
        </pc:sldLayoutChg>
        <pc:sldLayoutChg chg="add del replId">
          <pc:chgData name="patricia.mcmanus" userId="c5f88545-042c-4272-be52-738da46dc53a" providerId="ADAL" clId="{C79FDEE5-36C7-43D0-9D44-9B96E96D38BA}" dt="2024-01-24T22:42:49.327" v="899" actId="47"/>
          <pc:sldLayoutMkLst>
            <pc:docMk/>
            <pc:sldMasterMk cId="835244027" sldId="2147483672"/>
            <pc:sldLayoutMk cId="2672684231" sldId="2147483679"/>
          </pc:sldLayoutMkLst>
        </pc:sldLayoutChg>
        <pc:sldLayoutChg chg="add del replId">
          <pc:chgData name="patricia.mcmanus" userId="c5f88545-042c-4272-be52-738da46dc53a" providerId="ADAL" clId="{C79FDEE5-36C7-43D0-9D44-9B96E96D38BA}" dt="2024-01-24T22:42:49.327" v="899" actId="47"/>
          <pc:sldLayoutMkLst>
            <pc:docMk/>
            <pc:sldMasterMk cId="835244027" sldId="2147483672"/>
            <pc:sldLayoutMk cId="2315391749" sldId="2147483680"/>
          </pc:sldLayoutMkLst>
        </pc:sldLayoutChg>
        <pc:sldLayoutChg chg="add del replId">
          <pc:chgData name="patricia.mcmanus" userId="c5f88545-042c-4272-be52-738da46dc53a" providerId="ADAL" clId="{C79FDEE5-36C7-43D0-9D44-9B96E96D38BA}" dt="2024-01-24T22:42:49.327" v="899" actId="47"/>
          <pc:sldLayoutMkLst>
            <pc:docMk/>
            <pc:sldMasterMk cId="835244027" sldId="2147483672"/>
            <pc:sldLayoutMk cId="248309263" sldId="2147483681"/>
          </pc:sldLayoutMkLst>
        </pc:sldLayoutChg>
        <pc:sldLayoutChg chg="add del replId">
          <pc:chgData name="patricia.mcmanus" userId="c5f88545-042c-4272-be52-738da46dc53a" providerId="ADAL" clId="{C79FDEE5-36C7-43D0-9D44-9B96E96D38BA}" dt="2024-01-24T22:42:49.327" v="899" actId="47"/>
          <pc:sldLayoutMkLst>
            <pc:docMk/>
            <pc:sldMasterMk cId="835244027" sldId="2147483672"/>
            <pc:sldLayoutMk cId="1786082711" sldId="2147483682"/>
          </pc:sldLayoutMkLst>
        </pc:sldLayoutChg>
        <pc:sldLayoutChg chg="add del replId">
          <pc:chgData name="patricia.mcmanus" userId="c5f88545-042c-4272-be52-738da46dc53a" providerId="ADAL" clId="{C79FDEE5-36C7-43D0-9D44-9B96E96D38BA}" dt="2024-01-24T22:42:49.327" v="899" actId="47"/>
          <pc:sldLayoutMkLst>
            <pc:docMk/>
            <pc:sldMasterMk cId="835244027" sldId="2147483672"/>
            <pc:sldLayoutMk cId="2086737562" sldId="2147483683"/>
          </pc:sldLayoutMkLst>
        </pc:sldLayoutChg>
      </pc:sldMasterChg>
      <pc:sldMasterChg chg="replId modSldLayout">
        <pc:chgData name="patricia.mcmanus" userId="c5f88545-042c-4272-be52-738da46dc53a" providerId="ADAL" clId="{C79FDEE5-36C7-43D0-9D44-9B96E96D38BA}" dt="2024-01-24T22:32:01.236" v="789"/>
        <pc:sldMasterMkLst>
          <pc:docMk/>
          <pc:sldMasterMk cId="2111935806" sldId="2147483684"/>
        </pc:sldMasterMkLst>
        <pc:sldLayoutChg chg="replId">
          <pc:chgData name="patricia.mcmanus" userId="c5f88545-042c-4272-be52-738da46dc53a" providerId="ADAL" clId="{C79FDEE5-36C7-43D0-9D44-9B96E96D38BA}" dt="2024-01-24T22:32:01.236" v="789"/>
          <pc:sldLayoutMkLst>
            <pc:docMk/>
            <pc:sldMasterMk cId="2111935806" sldId="2147483684"/>
            <pc:sldLayoutMk cId="3510233346" sldId="2147483685"/>
          </pc:sldLayoutMkLst>
        </pc:sldLayoutChg>
        <pc:sldLayoutChg chg="replId">
          <pc:chgData name="patricia.mcmanus" userId="c5f88545-042c-4272-be52-738da46dc53a" providerId="ADAL" clId="{C79FDEE5-36C7-43D0-9D44-9B96E96D38BA}" dt="2024-01-24T22:32:01.236" v="789"/>
          <pc:sldLayoutMkLst>
            <pc:docMk/>
            <pc:sldMasterMk cId="2111935806" sldId="2147483684"/>
            <pc:sldLayoutMk cId="1457178836" sldId="2147483686"/>
          </pc:sldLayoutMkLst>
        </pc:sldLayoutChg>
        <pc:sldLayoutChg chg="replId">
          <pc:chgData name="patricia.mcmanus" userId="c5f88545-042c-4272-be52-738da46dc53a" providerId="ADAL" clId="{C79FDEE5-36C7-43D0-9D44-9B96E96D38BA}" dt="2024-01-24T22:32:01.236" v="789"/>
          <pc:sldLayoutMkLst>
            <pc:docMk/>
            <pc:sldMasterMk cId="2111935806" sldId="2147483684"/>
            <pc:sldLayoutMk cId="3144795132" sldId="2147483687"/>
          </pc:sldLayoutMkLst>
        </pc:sldLayoutChg>
        <pc:sldLayoutChg chg="replId">
          <pc:chgData name="patricia.mcmanus" userId="c5f88545-042c-4272-be52-738da46dc53a" providerId="ADAL" clId="{C79FDEE5-36C7-43D0-9D44-9B96E96D38BA}" dt="2024-01-24T22:32:01.236" v="789"/>
          <pc:sldLayoutMkLst>
            <pc:docMk/>
            <pc:sldMasterMk cId="2111935806" sldId="2147483684"/>
            <pc:sldLayoutMk cId="3586605355" sldId="2147483688"/>
          </pc:sldLayoutMkLst>
        </pc:sldLayoutChg>
        <pc:sldLayoutChg chg="replId">
          <pc:chgData name="patricia.mcmanus" userId="c5f88545-042c-4272-be52-738da46dc53a" providerId="ADAL" clId="{C79FDEE5-36C7-43D0-9D44-9B96E96D38BA}" dt="2024-01-24T22:32:01.236" v="789"/>
          <pc:sldLayoutMkLst>
            <pc:docMk/>
            <pc:sldMasterMk cId="2111935806" sldId="2147483684"/>
            <pc:sldLayoutMk cId="203015475" sldId="2147483689"/>
          </pc:sldLayoutMkLst>
        </pc:sldLayoutChg>
        <pc:sldLayoutChg chg="replId">
          <pc:chgData name="patricia.mcmanus" userId="c5f88545-042c-4272-be52-738da46dc53a" providerId="ADAL" clId="{C79FDEE5-36C7-43D0-9D44-9B96E96D38BA}" dt="2024-01-24T22:32:01.236" v="789"/>
          <pc:sldLayoutMkLst>
            <pc:docMk/>
            <pc:sldMasterMk cId="2111935806" sldId="2147483684"/>
            <pc:sldLayoutMk cId="1007136375" sldId="2147483690"/>
          </pc:sldLayoutMkLst>
        </pc:sldLayoutChg>
        <pc:sldLayoutChg chg="replId">
          <pc:chgData name="patricia.mcmanus" userId="c5f88545-042c-4272-be52-738da46dc53a" providerId="ADAL" clId="{C79FDEE5-36C7-43D0-9D44-9B96E96D38BA}" dt="2024-01-24T22:32:01.236" v="789"/>
          <pc:sldLayoutMkLst>
            <pc:docMk/>
            <pc:sldMasterMk cId="2111935806" sldId="2147483684"/>
            <pc:sldLayoutMk cId="508761723" sldId="2147483691"/>
          </pc:sldLayoutMkLst>
        </pc:sldLayoutChg>
        <pc:sldLayoutChg chg="replId">
          <pc:chgData name="patricia.mcmanus" userId="c5f88545-042c-4272-be52-738da46dc53a" providerId="ADAL" clId="{C79FDEE5-36C7-43D0-9D44-9B96E96D38BA}" dt="2024-01-24T22:32:01.236" v="789"/>
          <pc:sldLayoutMkLst>
            <pc:docMk/>
            <pc:sldMasterMk cId="2111935806" sldId="2147483684"/>
            <pc:sldLayoutMk cId="411270506" sldId="2147483692"/>
          </pc:sldLayoutMkLst>
        </pc:sldLayoutChg>
        <pc:sldLayoutChg chg="replId">
          <pc:chgData name="patricia.mcmanus" userId="c5f88545-042c-4272-be52-738da46dc53a" providerId="ADAL" clId="{C79FDEE5-36C7-43D0-9D44-9B96E96D38BA}" dt="2024-01-24T22:32:01.236" v="789"/>
          <pc:sldLayoutMkLst>
            <pc:docMk/>
            <pc:sldMasterMk cId="2111935806" sldId="2147483684"/>
            <pc:sldLayoutMk cId="3089041176" sldId="2147483693"/>
          </pc:sldLayoutMkLst>
        </pc:sldLayoutChg>
        <pc:sldLayoutChg chg="replId">
          <pc:chgData name="patricia.mcmanus" userId="c5f88545-042c-4272-be52-738da46dc53a" providerId="ADAL" clId="{C79FDEE5-36C7-43D0-9D44-9B96E96D38BA}" dt="2024-01-24T22:32:01.236" v="789"/>
          <pc:sldLayoutMkLst>
            <pc:docMk/>
            <pc:sldMasterMk cId="2111935806" sldId="2147483684"/>
            <pc:sldLayoutMk cId="1971997928" sldId="2147483694"/>
          </pc:sldLayoutMkLst>
        </pc:sldLayoutChg>
        <pc:sldLayoutChg chg="replId">
          <pc:chgData name="patricia.mcmanus" userId="c5f88545-042c-4272-be52-738da46dc53a" providerId="ADAL" clId="{C79FDEE5-36C7-43D0-9D44-9B96E96D38BA}" dt="2024-01-24T22:32:01.236" v="789"/>
          <pc:sldLayoutMkLst>
            <pc:docMk/>
            <pc:sldMasterMk cId="2111935806" sldId="2147483684"/>
            <pc:sldLayoutMk cId="4174265172" sldId="2147483695"/>
          </pc:sldLayoutMkLst>
        </pc:sldLayoutChg>
      </pc:sldMasterChg>
      <pc:sldMasterChg chg="add del replId addSldLayout delSldLayout modSldLayout">
        <pc:chgData name="patricia.mcmanus" userId="c5f88545-042c-4272-be52-738da46dc53a" providerId="ADAL" clId="{C79FDEE5-36C7-43D0-9D44-9B96E96D38BA}" dt="2024-01-24T22:42:49.327" v="899" actId="47"/>
        <pc:sldMasterMkLst>
          <pc:docMk/>
          <pc:sldMasterMk cId="851891251" sldId="2147483696"/>
        </pc:sldMasterMkLst>
        <pc:sldLayoutChg chg="add del replId">
          <pc:chgData name="patricia.mcmanus" userId="c5f88545-042c-4272-be52-738da46dc53a" providerId="ADAL" clId="{C79FDEE5-36C7-43D0-9D44-9B96E96D38BA}" dt="2024-01-24T22:42:49.327" v="899" actId="47"/>
          <pc:sldLayoutMkLst>
            <pc:docMk/>
            <pc:sldMasterMk cId="851891251" sldId="2147483696"/>
            <pc:sldLayoutMk cId="3768746966" sldId="2147483697"/>
          </pc:sldLayoutMkLst>
        </pc:sldLayoutChg>
        <pc:sldLayoutChg chg="add del replId">
          <pc:chgData name="patricia.mcmanus" userId="c5f88545-042c-4272-be52-738da46dc53a" providerId="ADAL" clId="{C79FDEE5-36C7-43D0-9D44-9B96E96D38BA}" dt="2024-01-24T22:42:49.327" v="899" actId="47"/>
          <pc:sldLayoutMkLst>
            <pc:docMk/>
            <pc:sldMasterMk cId="851891251" sldId="2147483696"/>
            <pc:sldLayoutMk cId="4137924651" sldId="2147483698"/>
          </pc:sldLayoutMkLst>
        </pc:sldLayoutChg>
        <pc:sldLayoutChg chg="add del replId">
          <pc:chgData name="patricia.mcmanus" userId="c5f88545-042c-4272-be52-738da46dc53a" providerId="ADAL" clId="{C79FDEE5-36C7-43D0-9D44-9B96E96D38BA}" dt="2024-01-24T22:42:49.327" v="899" actId="47"/>
          <pc:sldLayoutMkLst>
            <pc:docMk/>
            <pc:sldMasterMk cId="851891251" sldId="2147483696"/>
            <pc:sldLayoutMk cId="2187582079" sldId="2147483699"/>
          </pc:sldLayoutMkLst>
        </pc:sldLayoutChg>
        <pc:sldLayoutChg chg="add del replId">
          <pc:chgData name="patricia.mcmanus" userId="c5f88545-042c-4272-be52-738da46dc53a" providerId="ADAL" clId="{C79FDEE5-36C7-43D0-9D44-9B96E96D38BA}" dt="2024-01-24T22:42:49.327" v="899" actId="47"/>
          <pc:sldLayoutMkLst>
            <pc:docMk/>
            <pc:sldMasterMk cId="851891251" sldId="2147483696"/>
            <pc:sldLayoutMk cId="3270484537" sldId="2147483700"/>
          </pc:sldLayoutMkLst>
        </pc:sldLayoutChg>
        <pc:sldLayoutChg chg="add del replId">
          <pc:chgData name="patricia.mcmanus" userId="c5f88545-042c-4272-be52-738da46dc53a" providerId="ADAL" clId="{C79FDEE5-36C7-43D0-9D44-9B96E96D38BA}" dt="2024-01-24T22:42:49.327" v="899" actId="47"/>
          <pc:sldLayoutMkLst>
            <pc:docMk/>
            <pc:sldMasterMk cId="851891251" sldId="2147483696"/>
            <pc:sldLayoutMk cId="3176813250" sldId="2147483701"/>
          </pc:sldLayoutMkLst>
        </pc:sldLayoutChg>
        <pc:sldLayoutChg chg="add del replId">
          <pc:chgData name="patricia.mcmanus" userId="c5f88545-042c-4272-be52-738da46dc53a" providerId="ADAL" clId="{C79FDEE5-36C7-43D0-9D44-9B96E96D38BA}" dt="2024-01-24T22:42:49.327" v="899" actId="47"/>
          <pc:sldLayoutMkLst>
            <pc:docMk/>
            <pc:sldMasterMk cId="851891251" sldId="2147483696"/>
            <pc:sldLayoutMk cId="743250905" sldId="2147483702"/>
          </pc:sldLayoutMkLst>
        </pc:sldLayoutChg>
        <pc:sldLayoutChg chg="add del replId">
          <pc:chgData name="patricia.mcmanus" userId="c5f88545-042c-4272-be52-738da46dc53a" providerId="ADAL" clId="{C79FDEE5-36C7-43D0-9D44-9B96E96D38BA}" dt="2024-01-24T22:42:49.327" v="899" actId="47"/>
          <pc:sldLayoutMkLst>
            <pc:docMk/>
            <pc:sldMasterMk cId="851891251" sldId="2147483696"/>
            <pc:sldLayoutMk cId="78257274" sldId="2147483703"/>
          </pc:sldLayoutMkLst>
        </pc:sldLayoutChg>
        <pc:sldLayoutChg chg="add del replId">
          <pc:chgData name="patricia.mcmanus" userId="c5f88545-042c-4272-be52-738da46dc53a" providerId="ADAL" clId="{C79FDEE5-36C7-43D0-9D44-9B96E96D38BA}" dt="2024-01-24T22:42:49.327" v="899" actId="47"/>
          <pc:sldLayoutMkLst>
            <pc:docMk/>
            <pc:sldMasterMk cId="851891251" sldId="2147483696"/>
            <pc:sldLayoutMk cId="2564621801" sldId="2147483704"/>
          </pc:sldLayoutMkLst>
        </pc:sldLayoutChg>
        <pc:sldLayoutChg chg="add del replId">
          <pc:chgData name="patricia.mcmanus" userId="c5f88545-042c-4272-be52-738da46dc53a" providerId="ADAL" clId="{C79FDEE5-36C7-43D0-9D44-9B96E96D38BA}" dt="2024-01-24T22:42:49.327" v="899" actId="47"/>
          <pc:sldLayoutMkLst>
            <pc:docMk/>
            <pc:sldMasterMk cId="851891251" sldId="2147483696"/>
            <pc:sldLayoutMk cId="1408595998" sldId="2147483705"/>
          </pc:sldLayoutMkLst>
        </pc:sldLayoutChg>
        <pc:sldLayoutChg chg="add del replId">
          <pc:chgData name="patricia.mcmanus" userId="c5f88545-042c-4272-be52-738da46dc53a" providerId="ADAL" clId="{C79FDEE5-36C7-43D0-9D44-9B96E96D38BA}" dt="2024-01-24T22:42:49.327" v="899" actId="47"/>
          <pc:sldLayoutMkLst>
            <pc:docMk/>
            <pc:sldMasterMk cId="851891251" sldId="2147483696"/>
            <pc:sldLayoutMk cId="3700549447" sldId="2147483706"/>
          </pc:sldLayoutMkLst>
        </pc:sldLayoutChg>
        <pc:sldLayoutChg chg="add del replId">
          <pc:chgData name="patricia.mcmanus" userId="c5f88545-042c-4272-be52-738da46dc53a" providerId="ADAL" clId="{C79FDEE5-36C7-43D0-9D44-9B96E96D38BA}" dt="2024-01-24T22:42:49.327" v="899" actId="47"/>
          <pc:sldLayoutMkLst>
            <pc:docMk/>
            <pc:sldMasterMk cId="851891251" sldId="2147483696"/>
            <pc:sldLayoutMk cId="2116755534" sldId="2147483707"/>
          </pc:sldLayoutMkLst>
        </pc:sldLayoutChg>
      </pc:sldMasterChg>
      <pc:sldMasterChg chg="add del replId addSldLayout delSldLayout modSldLayout">
        <pc:chgData name="patricia.mcmanus" userId="c5f88545-042c-4272-be52-738da46dc53a" providerId="ADAL" clId="{C79FDEE5-36C7-43D0-9D44-9B96E96D38BA}" dt="2024-01-24T22:42:49.327" v="899" actId="47"/>
        <pc:sldMasterMkLst>
          <pc:docMk/>
          <pc:sldMasterMk cId="4219052953" sldId="2147483708"/>
        </pc:sldMasterMkLst>
        <pc:sldLayoutChg chg="add del replId">
          <pc:chgData name="patricia.mcmanus" userId="c5f88545-042c-4272-be52-738da46dc53a" providerId="ADAL" clId="{C79FDEE5-36C7-43D0-9D44-9B96E96D38BA}" dt="2024-01-24T22:42:49.327" v="899" actId="47"/>
          <pc:sldLayoutMkLst>
            <pc:docMk/>
            <pc:sldMasterMk cId="4219052953" sldId="2147483708"/>
            <pc:sldLayoutMk cId="2728533315" sldId="2147483709"/>
          </pc:sldLayoutMkLst>
        </pc:sldLayoutChg>
        <pc:sldLayoutChg chg="add del replId">
          <pc:chgData name="patricia.mcmanus" userId="c5f88545-042c-4272-be52-738da46dc53a" providerId="ADAL" clId="{C79FDEE5-36C7-43D0-9D44-9B96E96D38BA}" dt="2024-01-24T22:42:49.327" v="899" actId="47"/>
          <pc:sldLayoutMkLst>
            <pc:docMk/>
            <pc:sldMasterMk cId="4219052953" sldId="2147483708"/>
            <pc:sldLayoutMk cId="2667381774" sldId="2147483710"/>
          </pc:sldLayoutMkLst>
        </pc:sldLayoutChg>
        <pc:sldLayoutChg chg="add del replId">
          <pc:chgData name="patricia.mcmanus" userId="c5f88545-042c-4272-be52-738da46dc53a" providerId="ADAL" clId="{C79FDEE5-36C7-43D0-9D44-9B96E96D38BA}" dt="2024-01-24T22:42:49.327" v="899" actId="47"/>
          <pc:sldLayoutMkLst>
            <pc:docMk/>
            <pc:sldMasterMk cId="4219052953" sldId="2147483708"/>
            <pc:sldLayoutMk cId="935045044" sldId="2147483711"/>
          </pc:sldLayoutMkLst>
        </pc:sldLayoutChg>
        <pc:sldLayoutChg chg="add del replId">
          <pc:chgData name="patricia.mcmanus" userId="c5f88545-042c-4272-be52-738da46dc53a" providerId="ADAL" clId="{C79FDEE5-36C7-43D0-9D44-9B96E96D38BA}" dt="2024-01-24T22:42:49.327" v="899" actId="47"/>
          <pc:sldLayoutMkLst>
            <pc:docMk/>
            <pc:sldMasterMk cId="4219052953" sldId="2147483708"/>
            <pc:sldLayoutMk cId="511182391" sldId="2147483712"/>
          </pc:sldLayoutMkLst>
        </pc:sldLayoutChg>
        <pc:sldLayoutChg chg="add del replId">
          <pc:chgData name="patricia.mcmanus" userId="c5f88545-042c-4272-be52-738da46dc53a" providerId="ADAL" clId="{C79FDEE5-36C7-43D0-9D44-9B96E96D38BA}" dt="2024-01-24T22:42:49.327" v="899" actId="47"/>
          <pc:sldLayoutMkLst>
            <pc:docMk/>
            <pc:sldMasterMk cId="4219052953" sldId="2147483708"/>
            <pc:sldLayoutMk cId="454754543" sldId="2147483713"/>
          </pc:sldLayoutMkLst>
        </pc:sldLayoutChg>
        <pc:sldLayoutChg chg="add del replId">
          <pc:chgData name="patricia.mcmanus" userId="c5f88545-042c-4272-be52-738da46dc53a" providerId="ADAL" clId="{C79FDEE5-36C7-43D0-9D44-9B96E96D38BA}" dt="2024-01-24T22:42:49.327" v="899" actId="47"/>
          <pc:sldLayoutMkLst>
            <pc:docMk/>
            <pc:sldMasterMk cId="4219052953" sldId="2147483708"/>
            <pc:sldLayoutMk cId="929861437" sldId="2147483714"/>
          </pc:sldLayoutMkLst>
        </pc:sldLayoutChg>
        <pc:sldLayoutChg chg="add del replId">
          <pc:chgData name="patricia.mcmanus" userId="c5f88545-042c-4272-be52-738da46dc53a" providerId="ADAL" clId="{C79FDEE5-36C7-43D0-9D44-9B96E96D38BA}" dt="2024-01-24T22:42:49.327" v="899" actId="47"/>
          <pc:sldLayoutMkLst>
            <pc:docMk/>
            <pc:sldMasterMk cId="4219052953" sldId="2147483708"/>
            <pc:sldLayoutMk cId="1886388163" sldId="2147483715"/>
          </pc:sldLayoutMkLst>
        </pc:sldLayoutChg>
        <pc:sldLayoutChg chg="add del replId">
          <pc:chgData name="patricia.mcmanus" userId="c5f88545-042c-4272-be52-738da46dc53a" providerId="ADAL" clId="{C79FDEE5-36C7-43D0-9D44-9B96E96D38BA}" dt="2024-01-24T22:42:49.327" v="899" actId="47"/>
          <pc:sldLayoutMkLst>
            <pc:docMk/>
            <pc:sldMasterMk cId="4219052953" sldId="2147483708"/>
            <pc:sldLayoutMk cId="1153200993" sldId="2147483716"/>
          </pc:sldLayoutMkLst>
        </pc:sldLayoutChg>
        <pc:sldLayoutChg chg="add del replId">
          <pc:chgData name="patricia.mcmanus" userId="c5f88545-042c-4272-be52-738da46dc53a" providerId="ADAL" clId="{C79FDEE5-36C7-43D0-9D44-9B96E96D38BA}" dt="2024-01-24T22:42:49.327" v="899" actId="47"/>
          <pc:sldLayoutMkLst>
            <pc:docMk/>
            <pc:sldMasterMk cId="4219052953" sldId="2147483708"/>
            <pc:sldLayoutMk cId="1831028119" sldId="2147483717"/>
          </pc:sldLayoutMkLst>
        </pc:sldLayoutChg>
        <pc:sldLayoutChg chg="add del replId">
          <pc:chgData name="patricia.mcmanus" userId="c5f88545-042c-4272-be52-738da46dc53a" providerId="ADAL" clId="{C79FDEE5-36C7-43D0-9D44-9B96E96D38BA}" dt="2024-01-24T22:42:49.327" v="899" actId="47"/>
          <pc:sldLayoutMkLst>
            <pc:docMk/>
            <pc:sldMasterMk cId="4219052953" sldId="2147483708"/>
            <pc:sldLayoutMk cId="2801601158" sldId="2147483718"/>
          </pc:sldLayoutMkLst>
        </pc:sldLayoutChg>
        <pc:sldLayoutChg chg="add del replId">
          <pc:chgData name="patricia.mcmanus" userId="c5f88545-042c-4272-be52-738da46dc53a" providerId="ADAL" clId="{C79FDEE5-36C7-43D0-9D44-9B96E96D38BA}" dt="2024-01-24T22:42:49.327" v="899" actId="47"/>
          <pc:sldLayoutMkLst>
            <pc:docMk/>
            <pc:sldMasterMk cId="4219052953" sldId="2147483708"/>
            <pc:sldLayoutMk cId="1414944631" sldId="214748371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BAD0C3-4381-45C2-BD75-306058B40236}" type="datetimeFigureOut">
              <a:rPr lang="en-US" smtClean="0"/>
              <a:t>1/23/2024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40639A-5C88-4E7A-9289-A92A7A761E90}" type="slidenum">
              <a:rPr lang="en-US" smtClean="0"/>
              <a:t>‹#›</a:t>
            </a:fld>
            <a:endParaRPr lang="en-US"/>
          </a:p>
        </p:txBody>
      </p:sp>
    </p:spTree>
    <p:extLst>
      <p:ext uri="{BB962C8B-B14F-4D97-AF65-F5344CB8AC3E}">
        <p14:creationId xmlns:p14="http://schemas.microsoft.com/office/powerpoint/2010/main" val="30202743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Historical Context</a:t>
            </a:r>
          </a:p>
          <a:p>
            <a:r>
              <a:rPr lang="en-US" dirty="0"/>
              <a:t>	Early games like chess and Go served as benchmarks for computational complexity.</a:t>
            </a:r>
          </a:p>
          <a:p>
            <a:endParaRPr lang="en-US" dirty="0"/>
          </a:p>
          <a:p>
            <a:r>
              <a:rPr lang="en-US" dirty="0"/>
              <a:t>2.	Algorithm Development</a:t>
            </a:r>
          </a:p>
          <a:p>
            <a:r>
              <a:rPr lang="en-US" dirty="0"/>
              <a:t>	Algorithms like Minimax and Alpha-Beta Pruning were developed to tackle game 	decision trees.</a:t>
            </a:r>
          </a:p>
          <a:p>
            <a:endParaRPr lang="en-US" dirty="0"/>
          </a:p>
          <a:p>
            <a:r>
              <a:rPr lang="en-US" dirty="0"/>
              <a:t>3.	Problem-Solving Framework</a:t>
            </a:r>
          </a:p>
          <a:p>
            <a:r>
              <a:rPr lang="en-US" dirty="0"/>
              <a:t>	Games provided a closed environment with defined rules for testing AI strategies.</a:t>
            </a:r>
          </a:p>
          <a:p>
            <a:endParaRPr lang="en-US" dirty="0"/>
          </a:p>
          <a:p>
            <a:r>
              <a:rPr lang="en-US" dirty="0"/>
              <a:t>4.	Learning Mechanisms</a:t>
            </a:r>
          </a:p>
          <a:p>
            <a:r>
              <a:rPr lang="en-US" dirty="0"/>
              <a:t>	Techniques like Reinforcement Learning and Neural Networks were fine-tuned using 	games.</a:t>
            </a:r>
          </a:p>
          <a:p>
            <a:endParaRPr lang="en-US" dirty="0"/>
          </a:p>
          <a:p>
            <a:r>
              <a:rPr lang="en-US" dirty="0"/>
              <a:t>5.	Human-AI Interaction</a:t>
            </a:r>
          </a:p>
          <a:p>
            <a:r>
              <a:rPr lang="en-US" dirty="0"/>
              <a:t>	Games like poker showcased the necessity of bluffing and understanding human 	psychology.</a:t>
            </a:r>
          </a:p>
          <a:p>
            <a:endParaRPr lang="en-US" dirty="0"/>
          </a:p>
          <a:p>
            <a:r>
              <a:rPr lang="en-US" dirty="0"/>
              <a:t>6.	Real-world Applications</a:t>
            </a:r>
          </a:p>
          <a:p>
            <a:r>
              <a:rPr lang="en-US" dirty="0"/>
              <a:t>	Game algorithms extend to fields like robotics, finance, and healthcare</a:t>
            </a:r>
          </a:p>
          <a:p>
            <a:endParaRPr lang="en-US" dirty="0"/>
          </a:p>
          <a:p>
            <a:endParaRPr lang="en-US" dirty="0"/>
          </a:p>
        </p:txBody>
      </p:sp>
      <p:sp>
        <p:nvSpPr>
          <p:cNvPr id="4" name="Slide Number Placeholder 3"/>
          <p:cNvSpPr>
            <a:spLocks noGrp="1"/>
          </p:cNvSpPr>
          <p:nvPr>
            <p:ph type="sldNum" sz="quarter" idx="5"/>
          </p:nvPr>
        </p:nvSpPr>
        <p:spPr/>
        <p:txBody>
          <a:bodyPr/>
          <a:lstStyle/>
          <a:p>
            <a:fld id="{EC40639A-5C88-4E7A-9289-A92A7A761E90}" type="slidenum">
              <a:rPr lang="en-US" smtClean="0"/>
              <a:t>4</a:t>
            </a:fld>
            <a:endParaRPr lang="en-US"/>
          </a:p>
        </p:txBody>
      </p:sp>
    </p:spTree>
    <p:extLst>
      <p:ext uri="{BB962C8B-B14F-4D97-AF65-F5344CB8AC3E}">
        <p14:creationId xmlns:p14="http://schemas.microsoft.com/office/powerpoint/2010/main" val="23704724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D1D5DB"/>
                </a:solidFill>
                <a:effectLst/>
                <a:latin typeface="Söhne"/>
              </a:rPr>
              <a:t>"Today, we're diving into the fascinating world where games and AI converge. We'll explore how games have not only been a playground for AI development but how AI is now revolutionizing the gaming industry.“</a:t>
            </a:r>
          </a:p>
          <a:p>
            <a:r>
              <a:rPr lang="en-US" b="0" i="0" dirty="0">
                <a:solidFill>
                  <a:srgbClr val="D1D5DB"/>
                </a:solidFill>
                <a:effectLst/>
                <a:latin typeface="Söhne"/>
              </a:rPr>
              <a:t>"Games have served as a benchmark for AI's capabilities since the inception of AI research. Pioneering projects like IBM's Deep Blue have not only demonstrated AI's potential but also set a precedent for future advancements."</a:t>
            </a:r>
            <a:endParaRPr lang="en-US" dirty="0"/>
          </a:p>
        </p:txBody>
      </p:sp>
      <p:sp>
        <p:nvSpPr>
          <p:cNvPr id="4" name="Slide Number Placeholder 3"/>
          <p:cNvSpPr>
            <a:spLocks noGrp="1"/>
          </p:cNvSpPr>
          <p:nvPr>
            <p:ph type="sldNum" sz="quarter" idx="5"/>
          </p:nvPr>
        </p:nvSpPr>
        <p:spPr/>
        <p:txBody>
          <a:bodyPr/>
          <a:lstStyle/>
          <a:p>
            <a:fld id="{EC40639A-5C88-4E7A-9289-A92A7A761E90}" type="slidenum">
              <a:rPr lang="en-US" smtClean="0"/>
              <a:t>5</a:t>
            </a:fld>
            <a:endParaRPr lang="en-US"/>
          </a:p>
        </p:txBody>
      </p:sp>
    </p:spTree>
    <p:extLst>
      <p:ext uri="{BB962C8B-B14F-4D97-AF65-F5344CB8AC3E}">
        <p14:creationId xmlns:p14="http://schemas.microsoft.com/office/powerpoint/2010/main" val="33585149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lnSpc>
                <a:spcPct val="107000"/>
              </a:lnSpc>
              <a:spcBef>
                <a:spcPts val="0"/>
              </a:spcBef>
              <a:spcAft>
                <a:spcPts val="800"/>
              </a:spcAft>
              <a:buFont typeface="+mj-lt"/>
              <a:buAutoNum type="arabicPeriod"/>
              <a:tabLst>
                <a:tab pos="457200" algn="l"/>
              </a:tabLst>
            </a:pPr>
            <a:endParaRPr lang="en-US" dirty="0"/>
          </a:p>
        </p:txBody>
      </p:sp>
      <p:sp>
        <p:nvSpPr>
          <p:cNvPr id="4" name="Slide Number Placeholder 3"/>
          <p:cNvSpPr>
            <a:spLocks noGrp="1"/>
          </p:cNvSpPr>
          <p:nvPr>
            <p:ph type="sldNum" sz="quarter" idx="5"/>
          </p:nvPr>
        </p:nvSpPr>
        <p:spPr/>
        <p:txBody>
          <a:bodyPr/>
          <a:lstStyle/>
          <a:p>
            <a:fld id="{EC40639A-5C88-4E7A-9289-A92A7A761E90}" type="slidenum">
              <a:rPr lang="en-US" smtClean="0"/>
              <a:t>10</a:t>
            </a:fld>
            <a:endParaRPr lang="en-US"/>
          </a:p>
        </p:txBody>
      </p:sp>
    </p:spTree>
    <p:extLst>
      <p:ext uri="{BB962C8B-B14F-4D97-AF65-F5344CB8AC3E}">
        <p14:creationId xmlns:p14="http://schemas.microsoft.com/office/powerpoint/2010/main" val="21290968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D1D5DB"/>
                </a:solidFill>
                <a:effectLst/>
                <a:latin typeface="Söhne"/>
              </a:rPr>
              <a:t>AI's journey in gaming reached a pivotal moment when it started mastering complex strategic games. This slide focuses on landmark achievements such as IBM's Deep Blue and Google's AlphaGo, emphasizing how these milestones were made possible by advancements in decision theory and algorithmic development.“</a:t>
            </a:r>
          </a:p>
          <a:p>
            <a:endParaRPr lang="en-US" b="0" i="0" dirty="0">
              <a:solidFill>
                <a:srgbClr val="D1D5DB"/>
              </a:solidFill>
              <a:effectLst/>
              <a:latin typeface="Söhne"/>
            </a:endParaRPr>
          </a:p>
          <a:p>
            <a:r>
              <a:rPr lang="en-US" b="0" i="0" dirty="0">
                <a:solidFill>
                  <a:srgbClr val="D1D5DB"/>
                </a:solidFill>
                <a:effectLst/>
                <a:latin typeface="Söhne"/>
              </a:rPr>
              <a:t>Perhaps the best-known example of deep learning is DeepMind’s AlphaGo.1 Go is a board game similar to Chess. AlphaGo was the first computer program to beat a professional Go player. In March 2016, it beat the top Korean professional, Lee Sedol, in a match watched by more than two hundred million people. The following year, in 2017, AlphaGo beat the world’s No. 1 ranking player, China’s Ke Jie. In 2016 AlphaGo’s success was very surprising. At the time, most people expected that it would take many more years of research before a computer would be able to compete with top level human Go players. It had been known for a long time that programming a computer to play Go was much more difficult than programming it to play Chess. There are many more board configurations possible in Go than there are in Chess. This is because Go has a larger board and simpler rules than Chess. There are, in fact, more possible board configurations in Go than there are atoms in the universe. This massive search space and Go’s large branching factor (the number of board configurations that can be reached in one move) makes Go an incredibly challenging game for both humans and computers. One way of illustrating the relative difficulty Go and Chess presented to computer programs is through a historical comparison of how Go and Chess programs competed with human players. In 1967, MIT’s MacHack-6 Chess program could successfully compete with humans and had an Elo rating2 well above novice level, and, by May 1997, </a:t>
            </a:r>
            <a:r>
              <a:rPr lang="en-US" b="0" i="0" dirty="0" err="1">
                <a:solidFill>
                  <a:srgbClr val="D1D5DB"/>
                </a:solidFill>
                <a:effectLst/>
                <a:latin typeface="Söhne"/>
              </a:rPr>
              <a:t>DeepBlue</a:t>
            </a:r>
            <a:r>
              <a:rPr lang="en-US" b="0" i="0" dirty="0">
                <a:solidFill>
                  <a:srgbClr val="D1D5DB"/>
                </a:solidFill>
                <a:effectLst/>
                <a:latin typeface="Söhne"/>
              </a:rPr>
              <a:t> was capable of beating the Chess world champion Gary Kasparov. In comparison, the first complete Go program wasn’t written until 1968 and strong human players were still able to easily beat the best Go programs in 1997. The time lag between the development of Chess and Go computer programs reflects the difference in computational difficulty between these two games. However, a second historic comparison between Chess and Go illustrates the revolutionary impact that deep learning has had on the ability of computer programs to compete with humans at Go. It took thirty years for Chess programs to progress from human level competence in 1967 to world champion level in 1997. However, with the development of deep learning it took only seven years for computer Go programs to progress from advanced amateur to world champion; as recently as 2009 the best Go program in the world was rated at the low-end of advanced amateur. This acceleration in performance through the use of deep learning is nothing short of extraordinary, but it is also indicative of the types of progress that deep learning has enabled in a number of fields. AlphaGo uses deep learning to evaluate board configurations and to decide on the next move to make. The fact that AlphaGo used deep learning to decide what move to make next is a clue to understanding why deep learning is useful across so many different domains and applications. Decision-making is a crucial part of life. One way to make decisions is to base them on your “intuition” or your “gut feeling.” However, most people would agree that the best way to make decisions is to base them on the relevant data. Deep learning enables data-driven decisions by identifying and extracting patterns from large datasets that accurately map from sets of complex inputs to good decision outcomes.</a:t>
            </a:r>
          </a:p>
          <a:p>
            <a:endParaRPr lang="en-US" b="0" i="0" dirty="0">
              <a:solidFill>
                <a:srgbClr val="D1D5DB"/>
              </a:solidFill>
              <a:effectLst/>
              <a:latin typeface="Söhne"/>
            </a:endParaRPr>
          </a:p>
          <a:p>
            <a:r>
              <a:rPr lang="en-US" b="0" i="0" dirty="0">
                <a:solidFill>
                  <a:srgbClr val="D1D5DB"/>
                </a:solidFill>
                <a:effectLst/>
                <a:latin typeface="Söhne"/>
              </a:rPr>
              <a:t>Kelleher, John D.. Deep Learning (The MIT Press Essential Knowledge series) (pp. 2-4). MIT Press. Kindle Edition. </a:t>
            </a:r>
          </a:p>
          <a:p>
            <a:r>
              <a:rPr lang="en-US" dirty="0">
                <a:effectLst/>
              </a:rPr>
              <a:t>1968 and strong human players were still able to easily beat the best Go programs in 1997 . The time lag between the development of Chess and Go computer programs reflects the difference in computational difficulty between these two games . However , a second historic comparison between Chess and Go illustrates the revolutionary impact that deep learning has had on the ability of computer programs to compete with humans at Go . It took thirty years for Chess programs to progress from human level competence in 1967 to world champion level in 1997 . However , with the development of deep learning it took only seven years for computer Go programs to progress from advanced amateur to world champion ; as recently as 2009 the best Go program in the world was rated at the low - end of advanced amateur . This acceleration in performance through the use of deep learning is nothing short of extraordinary , but it is also indicative of the types of progress that deep learning has enabled in a number of fields . AlphaGo uses deep learning to evaluate board configurations and to decide on the next move to make . The fact that AlphaGo used deep learning to decide what move to make next is a clue to understanding why deep learning is useful across so many different domains and applications . Decision - making is a crucial part of life . One way to make decisions is to base them on your “ intuition ” or your “ gut feeling . ” However , most people would agree that the best way to make decisions is to base them on the relevant data .</a:t>
            </a:r>
            <a:endParaRPr lang="en-US" dirty="0"/>
          </a:p>
        </p:txBody>
      </p:sp>
      <p:sp>
        <p:nvSpPr>
          <p:cNvPr id="4" name="Slide Number Placeholder 3"/>
          <p:cNvSpPr>
            <a:spLocks noGrp="1"/>
          </p:cNvSpPr>
          <p:nvPr>
            <p:ph type="sldNum" sz="quarter" idx="5"/>
          </p:nvPr>
        </p:nvSpPr>
        <p:spPr/>
        <p:txBody>
          <a:bodyPr/>
          <a:lstStyle/>
          <a:p>
            <a:fld id="{EC40639A-5C88-4E7A-9289-A92A7A761E90}" type="slidenum">
              <a:rPr lang="en-US" smtClean="0"/>
              <a:t>11</a:t>
            </a:fld>
            <a:endParaRPr lang="en-US"/>
          </a:p>
        </p:txBody>
      </p:sp>
    </p:spTree>
    <p:extLst>
      <p:ext uri="{BB962C8B-B14F-4D97-AF65-F5344CB8AC3E}">
        <p14:creationId xmlns:p14="http://schemas.microsoft.com/office/powerpoint/2010/main" val="1209727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theory is a multifaceted field of study that deals with the processes of making decisions in a formal mathematical context. It touches on aspects of psychology, economics, statistics, philosophy, computer science, and management science, among others. The branches or subfields of decision theory can vary depending on how one chooses to categorize them, but some common ones include:</a:t>
            </a:r>
          </a:p>
          <a:p>
            <a:endParaRPr lang="en-US" dirty="0"/>
          </a:p>
          <a:p>
            <a:r>
              <a:rPr lang="en-US" b="1" dirty="0"/>
              <a:t>Normative Decision Theory</a:t>
            </a:r>
          </a:p>
          <a:p>
            <a:r>
              <a:rPr lang="en-US" dirty="0"/>
              <a:t>This branch is concerned with identifying the best decision to make, assuming an ideal decision maker who is fully rational and aims to maximize utility. It focuses on developing models and rules that prescribe how decisions should be made.</a:t>
            </a:r>
          </a:p>
          <a:p>
            <a:endParaRPr lang="en-US" dirty="0"/>
          </a:p>
          <a:p>
            <a:r>
              <a:rPr lang="en-US" b="1" dirty="0"/>
              <a:t>Descriptive Decision Theory</a:t>
            </a:r>
          </a:p>
          <a:p>
            <a:r>
              <a:rPr lang="en-US" dirty="0"/>
              <a:t>This branch aims to describe how people actually make decisions rather than how they should make decisions. It often involves empirical observations and experiments to understand real-world decision-making processes, including the role of biases, heuristics, and emotional factors.</a:t>
            </a:r>
          </a:p>
          <a:p>
            <a:endParaRPr lang="en-US" dirty="0"/>
          </a:p>
          <a:p>
            <a:r>
              <a:rPr lang="en-US" b="1" dirty="0"/>
              <a:t>Prescriptive Decision Theory</a:t>
            </a:r>
          </a:p>
          <a:p>
            <a:r>
              <a:rPr lang="en-US" dirty="0"/>
              <a:t>Prescriptive decision theory aims to bridge the gap between normative and descriptive theories by recommending methods and procedures to help real-world decision-makers arrive at better decisions. This involves recognizing the limitations and biases in human decision-making and providing strategies to mitigate them.</a:t>
            </a:r>
          </a:p>
          <a:p>
            <a:r>
              <a:rPr lang="en-US" dirty="0"/>
              <a:t>Bayesian Decision Theory</a:t>
            </a:r>
          </a:p>
          <a:p>
            <a:r>
              <a:rPr lang="en-US" dirty="0"/>
              <a:t>This is a mathematical framework for decision-making that incorporates Bayesian probability. It assumes that the decision-maker can assign probabilities to different outcomes and uses these to make the best decision under uncertainty.</a:t>
            </a:r>
          </a:p>
          <a:p>
            <a:r>
              <a:rPr lang="en-US" dirty="0"/>
              <a:t>Game Theory</a:t>
            </a:r>
          </a:p>
          <a:p>
            <a:r>
              <a:rPr lang="en-US" dirty="0"/>
              <a:t>Game theory is sometimes considered a branch of decision theory or a closely related field. It focuses on situations involving multiple decision-makers, known as players, whose decisions impact each other.</a:t>
            </a:r>
          </a:p>
          <a:p>
            <a:r>
              <a:rPr lang="en-US" dirty="0"/>
              <a:t>Behavioral Economics</a:t>
            </a:r>
          </a:p>
          <a:p>
            <a:r>
              <a:rPr lang="en-US" dirty="0"/>
              <a:t>This branch studies the impact of psychological and social factors on the economic decisions of individuals and institutions and how those decisions deviate from traditional theories of economic behavior. It borrows heavily from both normative and descriptive decision theory.</a:t>
            </a:r>
          </a:p>
          <a:p>
            <a:r>
              <a:rPr lang="en-US" dirty="0"/>
              <a:t>Multi-criteria Decision Analysis (MCDA)</a:t>
            </a:r>
          </a:p>
          <a:p>
            <a:r>
              <a:rPr lang="en-US" dirty="0"/>
              <a:t>This branch focuses on decision-making problems where multiple criteria must be considered. MCDA methods are designed to handle trade-offs between competing objectives.</a:t>
            </a:r>
          </a:p>
          <a:p>
            <a:r>
              <a:rPr lang="en-US" dirty="0"/>
              <a:t>Operations Research</a:t>
            </a:r>
          </a:p>
          <a:p>
            <a:r>
              <a:rPr lang="en-US" dirty="0"/>
              <a:t>Though more of an interdisciplinary field than a branch of decision theory, operations research often employs decision-theoretic models to solve complex organizational, logistical, or resource-based problems.</a:t>
            </a:r>
          </a:p>
          <a:p>
            <a:r>
              <a:rPr lang="en-US" dirty="0"/>
              <a:t>Computational Decision Theory</a:t>
            </a:r>
          </a:p>
          <a:p>
            <a:r>
              <a:rPr lang="en-US" dirty="0"/>
              <a:t>This focuses on the application of computational methods, including machine learning and artificial intelligence, to aid in decision-making processes. These methods may be applied to optimize decisions in systems, predict human decision-making, or even to simulate decision-making in artificial agents.</a:t>
            </a:r>
          </a:p>
          <a:p>
            <a:r>
              <a:rPr lang="en-US" dirty="0"/>
              <a:t>Ethical and Social Decision Theory</a:t>
            </a:r>
          </a:p>
          <a:p>
            <a:r>
              <a:rPr lang="en-US" dirty="0"/>
              <a:t>This is a more philosophical branch that addresses the ethical implications of decision-making. It questions how values, norms, and societal pressures impact the decisions individuals or organizations make.</a:t>
            </a:r>
          </a:p>
          <a:p>
            <a:r>
              <a:rPr lang="en-US" dirty="0"/>
              <a:t>Stochastic Decision Processes</a:t>
            </a:r>
          </a:p>
          <a:p>
            <a:r>
              <a:rPr lang="en-US" dirty="0"/>
              <a:t>These are mathematical models that involve decision-making under uncertainty. Markov Decision Processes (MDPs) are a common example, used widely in economics, computer science, engineering, and other fields.</a:t>
            </a:r>
          </a:p>
          <a:p>
            <a:r>
              <a:rPr lang="en-US" dirty="0"/>
              <a:t>Different subfields often overlap and researchers may work in multiple areas concurrently. Decision theory as a whole provides the tools and frameworks to tackle a wide array of problems where choices must be made.</a:t>
            </a:r>
          </a:p>
          <a:p>
            <a:endParaRPr lang="en-US" dirty="0"/>
          </a:p>
        </p:txBody>
      </p:sp>
      <p:sp>
        <p:nvSpPr>
          <p:cNvPr id="4" name="Slide Number Placeholder 3"/>
          <p:cNvSpPr>
            <a:spLocks noGrp="1"/>
          </p:cNvSpPr>
          <p:nvPr>
            <p:ph type="sldNum" sz="quarter" idx="5"/>
          </p:nvPr>
        </p:nvSpPr>
        <p:spPr/>
        <p:txBody>
          <a:bodyPr/>
          <a:lstStyle/>
          <a:p>
            <a:fld id="{EC40639A-5C88-4E7A-9289-A92A7A761E90}" type="slidenum">
              <a:rPr lang="en-US" smtClean="0"/>
              <a:t>14</a:t>
            </a:fld>
            <a:endParaRPr lang="en-US"/>
          </a:p>
        </p:txBody>
      </p:sp>
    </p:spTree>
    <p:extLst>
      <p:ext uri="{BB962C8B-B14F-4D97-AF65-F5344CB8AC3E}">
        <p14:creationId xmlns:p14="http://schemas.microsoft.com/office/powerpoint/2010/main" val="35693589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Decision theory forms the backbone of AI's strategic planning. In this and next slide, we introduce the basics of decision theory, its significance in gaming, and how it provides a structured framework for AI to make rational and informed decisions."</a:t>
            </a:r>
          </a:p>
        </p:txBody>
      </p:sp>
      <p:sp>
        <p:nvSpPr>
          <p:cNvPr id="4" name="Slide Number Placeholder 3"/>
          <p:cNvSpPr>
            <a:spLocks noGrp="1"/>
          </p:cNvSpPr>
          <p:nvPr>
            <p:ph type="sldNum" sz="quarter" idx="5"/>
          </p:nvPr>
        </p:nvSpPr>
        <p:spPr/>
        <p:txBody>
          <a:bodyPr/>
          <a:lstStyle/>
          <a:p>
            <a:fld id="{EC40639A-5C88-4E7A-9289-A92A7A761E90}" type="slidenum">
              <a:rPr lang="en-US" smtClean="0"/>
              <a:t>15</a:t>
            </a:fld>
            <a:endParaRPr lang="en-US"/>
          </a:p>
        </p:txBody>
      </p:sp>
    </p:spTree>
    <p:extLst>
      <p:ext uri="{BB962C8B-B14F-4D97-AF65-F5344CB8AC3E}">
        <p14:creationId xmlns:p14="http://schemas.microsoft.com/office/powerpoint/2010/main" val="33185316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9261B"/>
                </a:solidFill>
                <a:effectLst/>
                <a:latin typeface="-apple-system"/>
              </a:rPr>
              <a:t>Games provide an excellent testing ground for AI agents to handle uncertainty and complex decision-making. In games, the agent must operate with incomplete in</a:t>
            </a:r>
            <a:r>
              <a:rPr lang="en-US" dirty="0"/>
              <a:t>formation about the environment, other players, and potential future states. This differs from more controlled AI problems like search and planning where the state space is fully observable.</a:t>
            </a:r>
          </a:p>
          <a:p>
            <a:endParaRPr lang="en-US" dirty="0"/>
          </a:p>
          <a:p>
            <a:r>
              <a:rPr lang="en-US" dirty="0"/>
              <a:t>Coping with this uncertainty requires sophisticated reasoning and decision frameworks that model probabilities and potential outcomes. As a result, research in game AI has driven advances in decision theory, reinforcement learning, probabilistic planning, and multi-agent systems.</a:t>
            </a:r>
          </a:p>
          <a:p>
            <a:endParaRPr lang="en-US" dirty="0"/>
          </a:p>
          <a:p>
            <a:r>
              <a:rPr lang="en-US" dirty="0"/>
              <a:t>Notable examples include modeling opponents and learning optimal strategies in poker, using Monte Carlo tree search for actions with hard-to-predict consequences in Go, and applying deep reinforcement learning to explore enormous state spaces in Atari games and Dota 2.</a:t>
            </a:r>
          </a:p>
          <a:p>
            <a:endParaRPr lang="en-US" dirty="0"/>
          </a:p>
          <a:p>
            <a:r>
              <a:rPr lang="en-US" dirty="0"/>
              <a:t>Beyond games, these techniques now power AI systems for critical applications like managing power grids, network security, logistics, and healthcare where operational dynamics introduce uncertainty. Game AI has essentially "levelled up" decision-making under uncertainty from a research problem to real-world viability.</a:t>
            </a:r>
          </a:p>
          <a:p>
            <a:endParaRPr lang="en-US" dirty="0"/>
          </a:p>
          <a:p>
            <a:r>
              <a:rPr lang="en-US" dirty="0"/>
              <a:t>The interactive yet uncertain nature of games provides an accessible way for human researchers to assess AI progress empirically. Game performance correlates with algorithmic advances better than abstract AI benchmarks. As AI is applied to unfamiliar but serious domains like finance or social systems, research in game AI and human-AI collaboration will have an expanding role in driving progress.</a:t>
            </a:r>
          </a:p>
        </p:txBody>
      </p:sp>
      <p:sp>
        <p:nvSpPr>
          <p:cNvPr id="4" name="Slide Number Placeholder 3"/>
          <p:cNvSpPr>
            <a:spLocks noGrp="1"/>
          </p:cNvSpPr>
          <p:nvPr>
            <p:ph type="sldNum" sz="quarter" idx="5"/>
          </p:nvPr>
        </p:nvSpPr>
        <p:spPr/>
        <p:txBody>
          <a:bodyPr/>
          <a:lstStyle/>
          <a:p>
            <a:fld id="{EC40639A-5C88-4E7A-9289-A92A7A761E90}" type="slidenum">
              <a:rPr lang="en-US" smtClean="0"/>
              <a:t>16</a:t>
            </a:fld>
            <a:endParaRPr lang="en-US"/>
          </a:p>
        </p:txBody>
      </p:sp>
    </p:spTree>
    <p:extLst>
      <p:ext uri="{BB962C8B-B14F-4D97-AF65-F5344CB8AC3E}">
        <p14:creationId xmlns:p14="http://schemas.microsoft.com/office/powerpoint/2010/main" val="14173934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29261B"/>
                </a:solidFill>
                <a:effectLst/>
                <a:latin typeface="-apple-system"/>
              </a:rPr>
              <a:t>Markov Decision Processes provide a framework for AI agents to make sequences of decisions in uncertain, dynamic environments like games. They consist of a set of key elements:</a:t>
            </a:r>
          </a:p>
          <a:p>
            <a:pPr algn="l"/>
            <a:r>
              <a:rPr lang="en-US" b="0" i="0" dirty="0">
                <a:solidFill>
                  <a:srgbClr val="29261B"/>
                </a:solidFill>
                <a:effectLst/>
                <a:latin typeface="-apple-system"/>
              </a:rPr>
              <a:t>States - A state captures the condition of the environment at a given point, encoding variables like a player's current health or position on a map. States in MDPs have the Markov property - the next state depends only on the current state and action taken.</a:t>
            </a:r>
          </a:p>
          <a:p>
            <a:pPr algn="l"/>
            <a:r>
              <a:rPr lang="en-US" b="0" i="0" dirty="0">
                <a:solidFill>
                  <a:srgbClr val="29261B"/>
                </a:solidFill>
                <a:effectLst/>
                <a:latin typeface="-apple-system"/>
              </a:rPr>
              <a:t>Actions - From each state, the agent has to choose among one or more potential actions that alter its position and the state of the environment. For example, movement commands, using a weapon, opening a door. The set of allowable actions may differ across states.</a:t>
            </a:r>
          </a:p>
          <a:p>
            <a:pPr algn="l"/>
            <a:r>
              <a:rPr lang="en-US" b="0" i="0" dirty="0">
                <a:solidFill>
                  <a:srgbClr val="29261B"/>
                </a:solidFill>
                <a:effectLst/>
                <a:latin typeface="-apple-system"/>
              </a:rPr>
              <a:t>Rewards - As the agent transitions between states along a trajectory, it earns numeric rewards or penalties based on the desirability of entered states. For instance, collecting a bonus item yields positive reward while running into danger cues negative reward.</a:t>
            </a:r>
          </a:p>
          <a:p>
            <a:pPr algn="l"/>
            <a:r>
              <a:rPr lang="en-US" b="0" i="0" dirty="0">
                <a:solidFill>
                  <a:srgbClr val="29261B"/>
                </a:solidFill>
                <a:effectLst/>
                <a:latin typeface="-apple-system"/>
              </a:rPr>
              <a:t>Transitions - These encode the probability that taking a given action in a given state leads to entering another resultant state. Based on past environmental dynamics, the agent can learn a transition model.</a:t>
            </a:r>
          </a:p>
          <a:p>
            <a:pPr algn="l"/>
            <a:r>
              <a:rPr lang="en-US" b="0" i="0" dirty="0">
                <a:solidFill>
                  <a:srgbClr val="29261B"/>
                </a:solidFill>
                <a:effectLst/>
                <a:latin typeface="-apple-system"/>
              </a:rPr>
              <a:t>Together, these 4 elements of states, actions, rewards and transitions form an MDP. By using reinforcement learning and planning with its MDP, an AI agent can determine optimal policies - decision rules for action selection per state that maximize long-term cumulative reward. This underpins intelligent behavior.</a:t>
            </a:r>
          </a:p>
          <a:p>
            <a:endParaRPr lang="en-US" dirty="0"/>
          </a:p>
        </p:txBody>
      </p:sp>
      <p:sp>
        <p:nvSpPr>
          <p:cNvPr id="4" name="Slide Number Placeholder 3"/>
          <p:cNvSpPr>
            <a:spLocks noGrp="1"/>
          </p:cNvSpPr>
          <p:nvPr>
            <p:ph type="sldNum" sz="quarter" idx="5"/>
          </p:nvPr>
        </p:nvSpPr>
        <p:spPr/>
        <p:txBody>
          <a:bodyPr/>
          <a:lstStyle/>
          <a:p>
            <a:fld id="{EC40639A-5C88-4E7A-9289-A92A7A761E90}" type="slidenum">
              <a:rPr lang="en-US" smtClean="0"/>
              <a:t>18</a:t>
            </a:fld>
            <a:endParaRPr lang="en-US"/>
          </a:p>
        </p:txBody>
      </p:sp>
    </p:spTree>
    <p:extLst>
      <p:ext uri="{BB962C8B-B14F-4D97-AF65-F5344CB8AC3E}">
        <p14:creationId xmlns:p14="http://schemas.microsoft.com/office/powerpoint/2010/main" val="12419217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MDPs enable game AI agents to make intelligent sequences of decisions that adapt to the dynamic game state. Two representative examples are:</a:t>
            </a:r>
          </a:p>
          <a:p>
            <a:endParaRPr lang="en-US" dirty="0"/>
          </a:p>
          <a:p>
            <a:r>
              <a:rPr lang="en-US" dirty="0"/>
              <a:t>Dynamic difficulty adjustment: Game developers integrate MDPs to modulate the game's challenge level based on the player's current skill and progress. The AI observes the states representing player health, assets acquired, enemies defeated and tunes spawn rates, bonuses granted, etc. accordingly by selecting from actions that alter difficulty. This provides an optimized, personalized game experience.</a:t>
            </a:r>
          </a:p>
          <a:p>
            <a:endParaRPr lang="en-US" dirty="0"/>
          </a:p>
          <a:p>
            <a:r>
              <a:rPr lang="en-US" dirty="0"/>
              <a:t>Procedural content generation: As players explore open worlds, MDP-based AI governs how new unseen regions are constructed procedurally. The state encodes the player's status, discovered areas. Rewards incentivize introducing novel but navigable areas and useful items. The transitions into new map states are generated by AI policies learned via the MDP to sustain engagement.</a:t>
            </a:r>
          </a:p>
          <a:p>
            <a:endParaRPr lang="en-US" dirty="0"/>
          </a:p>
          <a:p>
            <a:r>
              <a:rPr lang="en-US" dirty="0"/>
              <a:t>In both cases, the MDP allows the AI to choose successive actions that shape the game based on the player's interaction history. Learning policies enable probabilistic yet optimized decision-making as the game conditions evolve.</a:t>
            </a:r>
          </a:p>
          <a:p>
            <a:endParaRPr lang="en-US" dirty="0"/>
          </a:p>
          <a:p>
            <a:r>
              <a:rPr lang="en-US" dirty="0"/>
              <a:t>These examples demonstrate how MDPs handle gaming AI's need to make ongoing, adaptive decisions in response to uncertain player behavior and progression within complex, interactive environments.</a:t>
            </a:r>
          </a:p>
        </p:txBody>
      </p:sp>
      <p:sp>
        <p:nvSpPr>
          <p:cNvPr id="4" name="Slide Number Placeholder 3"/>
          <p:cNvSpPr>
            <a:spLocks noGrp="1"/>
          </p:cNvSpPr>
          <p:nvPr>
            <p:ph type="sldNum" sz="quarter" idx="5"/>
          </p:nvPr>
        </p:nvSpPr>
        <p:spPr/>
        <p:txBody>
          <a:bodyPr/>
          <a:lstStyle/>
          <a:p>
            <a:fld id="{EC40639A-5C88-4E7A-9289-A92A7A761E90}" type="slidenum">
              <a:rPr lang="en-US" smtClean="0"/>
              <a:t>19</a:t>
            </a:fld>
            <a:endParaRPr lang="en-US"/>
          </a:p>
        </p:txBody>
      </p:sp>
    </p:spTree>
    <p:extLst>
      <p:ext uri="{BB962C8B-B14F-4D97-AF65-F5344CB8AC3E}">
        <p14:creationId xmlns:p14="http://schemas.microsoft.com/office/powerpoint/2010/main" val="15438700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video games integrate sophisticated AI to deliver rich, dynamic and immersive experiences that respond intelligently to players and shape the gameplay narrative in real-time.</a:t>
            </a:r>
          </a:p>
          <a:p>
            <a:endParaRPr lang="en-US" dirty="0"/>
          </a:p>
          <a:p>
            <a:r>
              <a:rPr lang="en-US" dirty="0"/>
              <a:t>Equipped with statistical decision frameworks like MDPs and reinforcement learning, game AI systems can now:</a:t>
            </a:r>
          </a:p>
          <a:p>
            <a:endParaRPr lang="en-US" dirty="0"/>
          </a:p>
          <a:p>
            <a:r>
              <a:rPr lang="en-US" dirty="0"/>
              <a:t>Provide realistic opponent behaviors and reactions, like flanking maneuvers or adaptive formations in strategy games</a:t>
            </a:r>
          </a:p>
          <a:p>
            <a:r>
              <a:rPr lang="en-US" dirty="0"/>
              <a:t>Dynamically adjust game difficulty and pacing to match each player's skill, keeping the challenge engaging</a:t>
            </a:r>
          </a:p>
          <a:p>
            <a:r>
              <a:rPr lang="en-US" dirty="0"/>
              <a:t>Procedurally generate content like quests, items, or terrain that is novel yet balances playability</a:t>
            </a:r>
          </a:p>
          <a:p>
            <a:r>
              <a:rPr lang="en-US" dirty="0"/>
              <a:t>Craft complex narratives with branching story arcs that respond to moral choices and gameplay styles</a:t>
            </a:r>
          </a:p>
          <a:p>
            <a:r>
              <a:rPr lang="en-US" dirty="0"/>
              <a:t>The result is vibrant virtual worlds full of characters and challenges that feel "alive" thanks to AI. Multiplayer environments also adapt to the collective actions of communities.</a:t>
            </a:r>
          </a:p>
          <a:p>
            <a:endParaRPr lang="en-US" dirty="0"/>
          </a:p>
          <a:p>
            <a:r>
              <a:rPr lang="en-US" dirty="0"/>
              <a:t>Modern games are thus dynamic playgrounds that demonstrate how far AI strategy has progressed via decision theory and simulation. The benchmarks set by game AI only raise expectations for smart applications in business, science and society.</a:t>
            </a:r>
          </a:p>
        </p:txBody>
      </p:sp>
      <p:sp>
        <p:nvSpPr>
          <p:cNvPr id="4" name="Slide Number Placeholder 3"/>
          <p:cNvSpPr>
            <a:spLocks noGrp="1"/>
          </p:cNvSpPr>
          <p:nvPr>
            <p:ph type="sldNum" sz="quarter" idx="5"/>
          </p:nvPr>
        </p:nvSpPr>
        <p:spPr/>
        <p:txBody>
          <a:bodyPr/>
          <a:lstStyle/>
          <a:p>
            <a:fld id="{EC40639A-5C88-4E7A-9289-A92A7A761E90}" type="slidenum">
              <a:rPr lang="en-US" smtClean="0"/>
              <a:t>20</a:t>
            </a:fld>
            <a:endParaRPr lang="en-US"/>
          </a:p>
        </p:txBody>
      </p:sp>
    </p:spTree>
    <p:extLst>
      <p:ext uri="{BB962C8B-B14F-4D97-AF65-F5344CB8AC3E}">
        <p14:creationId xmlns:p14="http://schemas.microsoft.com/office/powerpoint/2010/main" val="23697803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has become integral not just for controlling game characters, but actively creating customizable content to enhance replay value. Procedural content generation with AI opens unlimited possibilities to automatically develop novel game elements tuned to each player.</a:t>
            </a:r>
          </a:p>
          <a:p>
            <a:endParaRPr lang="en-US" dirty="0"/>
          </a:p>
          <a:p>
            <a:r>
              <a:rPr lang="en-US" dirty="0"/>
              <a:t>Algorithms equipped with decision frameworks can probabilistically generate:</a:t>
            </a:r>
          </a:p>
          <a:p>
            <a:endParaRPr lang="en-US" dirty="0"/>
          </a:p>
          <a:p>
            <a:r>
              <a:rPr lang="en-US" dirty="0"/>
              <a:t>Levels - AI can build platformer stages with varied layouts balanced for difficulty based on player models. Evolutionary algorithms select component placements using fitness metrics while adversarial generative networks create unpredictable but viable level chunks.</a:t>
            </a:r>
          </a:p>
          <a:p>
            <a:endParaRPr lang="en-US" dirty="0"/>
          </a:p>
          <a:p>
            <a:r>
              <a:rPr lang="en-US" dirty="0"/>
              <a:t>Challenges - MDPs help spawn enemies, obstacles, resource constraints tailored to the player's current skill tier and tech tree. The AI observes player states and selects appropriate actions to curate an engaging, personalized progression path.</a:t>
            </a:r>
          </a:p>
          <a:p>
            <a:endParaRPr lang="en-US" dirty="0"/>
          </a:p>
          <a:p>
            <a:r>
              <a:rPr lang="en-US" dirty="0"/>
              <a:t>Narratives - AI can render branching storylines with better continuity via planning algorithms and language models. Based on dialogue choices and mission orders, narrative graphs adapt to deliver a hero's journey or redemption arc catered to playstyles.</a:t>
            </a:r>
          </a:p>
          <a:p>
            <a:endParaRPr lang="en-US" dirty="0"/>
          </a:p>
          <a:p>
            <a:r>
              <a:rPr lang="en-US" dirty="0"/>
              <a:t>This ever-refreshing pipeline of tailored content keeps games endlessly enjoyable as AI systematically crafts novel gameplay experiences using simulations. The combinations possible are only limited by computing power to evaluate possibilities using decision theory.</a:t>
            </a:r>
          </a:p>
        </p:txBody>
      </p:sp>
      <p:sp>
        <p:nvSpPr>
          <p:cNvPr id="4" name="Slide Number Placeholder 3"/>
          <p:cNvSpPr>
            <a:spLocks noGrp="1"/>
          </p:cNvSpPr>
          <p:nvPr>
            <p:ph type="sldNum" sz="quarter" idx="5"/>
          </p:nvPr>
        </p:nvSpPr>
        <p:spPr/>
        <p:txBody>
          <a:bodyPr/>
          <a:lstStyle/>
          <a:p>
            <a:fld id="{EC40639A-5C88-4E7A-9289-A92A7A761E90}" type="slidenum">
              <a:rPr lang="en-US" smtClean="0"/>
              <a:t>21</a:t>
            </a:fld>
            <a:endParaRPr lang="en-US"/>
          </a:p>
        </p:txBody>
      </p:sp>
    </p:spTree>
    <p:extLst>
      <p:ext uri="{BB962C8B-B14F-4D97-AF65-F5344CB8AC3E}">
        <p14:creationId xmlns:p14="http://schemas.microsoft.com/office/powerpoint/2010/main" val="37322487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29261B"/>
                </a:solidFill>
                <a:effectLst/>
                <a:latin typeface="-apple-system"/>
              </a:rPr>
              <a:t>Consider a simplified scenario from a dungeon crawler RPG. The AI controls a non-player character (NPC) ally that can support the main player character in battles. Its goal is to choose the best actions to aid the player effectively.</a:t>
            </a:r>
          </a:p>
          <a:p>
            <a:pPr algn="l"/>
            <a:r>
              <a:rPr lang="en-US" b="0" i="0" dirty="0">
                <a:solidFill>
                  <a:srgbClr val="29261B"/>
                </a:solidFill>
                <a:effectLst/>
                <a:latin typeface="-apple-system"/>
              </a:rPr>
              <a:t>States:</a:t>
            </a:r>
          </a:p>
          <a:p>
            <a:pPr algn="l">
              <a:buFont typeface="Arial" panose="020B0604020202020204" pitchFamily="34" charset="0"/>
              <a:buChar char="•"/>
            </a:pPr>
            <a:r>
              <a:rPr lang="en-US" b="0" i="0" dirty="0">
                <a:solidFill>
                  <a:srgbClr val="29261B"/>
                </a:solidFill>
                <a:effectLst/>
                <a:latin typeface="-apple-system"/>
              </a:rPr>
              <a:t>Player health (high, medium, low)</a:t>
            </a:r>
          </a:p>
          <a:p>
            <a:pPr algn="l">
              <a:buFont typeface="Arial" panose="020B0604020202020204" pitchFamily="34" charset="0"/>
              <a:buChar char="•"/>
            </a:pPr>
            <a:r>
              <a:rPr lang="en-US" b="0" i="0" dirty="0">
                <a:solidFill>
                  <a:srgbClr val="29261B"/>
                </a:solidFill>
                <a:effectLst/>
                <a:latin typeface="-apple-system"/>
              </a:rPr>
              <a:t>Number of enemies remaining</a:t>
            </a:r>
          </a:p>
          <a:p>
            <a:pPr algn="l">
              <a:buFont typeface="Arial" panose="020B0604020202020204" pitchFamily="34" charset="0"/>
              <a:buChar char="•"/>
            </a:pPr>
            <a:r>
              <a:rPr lang="en-US" b="0" i="0" dirty="0">
                <a:solidFill>
                  <a:srgbClr val="29261B"/>
                </a:solidFill>
                <a:effectLst/>
                <a:latin typeface="-apple-system"/>
              </a:rPr>
              <a:t>NPC ally health</a:t>
            </a:r>
          </a:p>
          <a:p>
            <a:pPr algn="l">
              <a:buFont typeface="Arial" panose="020B0604020202020204" pitchFamily="34" charset="0"/>
              <a:buChar char="•"/>
            </a:pPr>
            <a:r>
              <a:rPr lang="en-US" b="0" i="0" dirty="0">
                <a:solidFill>
                  <a:srgbClr val="29261B"/>
                </a:solidFill>
                <a:effectLst/>
                <a:latin typeface="-apple-system"/>
              </a:rPr>
              <a:t>NPC ally energy</a:t>
            </a:r>
          </a:p>
          <a:p>
            <a:pPr algn="l"/>
            <a:r>
              <a:rPr lang="en-US" b="0" i="0" dirty="0">
                <a:solidFill>
                  <a:srgbClr val="29261B"/>
                </a:solidFill>
                <a:effectLst/>
                <a:latin typeface="-apple-system"/>
              </a:rPr>
              <a:t>Actions:</a:t>
            </a:r>
          </a:p>
          <a:p>
            <a:pPr algn="l">
              <a:buFont typeface="Arial" panose="020B0604020202020204" pitchFamily="34" charset="0"/>
              <a:buChar char="•"/>
            </a:pPr>
            <a:r>
              <a:rPr lang="en-US" b="0" i="0" dirty="0">
                <a:solidFill>
                  <a:srgbClr val="29261B"/>
                </a:solidFill>
                <a:effectLst/>
                <a:latin typeface="-apple-system"/>
              </a:rPr>
              <a:t>Basic attack enemy</a:t>
            </a:r>
          </a:p>
          <a:p>
            <a:pPr algn="l">
              <a:buFont typeface="Arial" panose="020B0604020202020204" pitchFamily="34" charset="0"/>
              <a:buChar char="•"/>
            </a:pPr>
            <a:r>
              <a:rPr lang="en-US" b="0" i="0" dirty="0">
                <a:solidFill>
                  <a:srgbClr val="29261B"/>
                </a:solidFill>
                <a:effectLst/>
                <a:latin typeface="-apple-system"/>
              </a:rPr>
              <a:t>Heal player</a:t>
            </a:r>
          </a:p>
          <a:p>
            <a:pPr algn="l">
              <a:buFont typeface="Arial" panose="020B0604020202020204" pitchFamily="34" charset="0"/>
              <a:buChar char="•"/>
            </a:pPr>
            <a:r>
              <a:rPr lang="en-US" b="0" i="0" dirty="0">
                <a:solidFill>
                  <a:srgbClr val="29261B"/>
                </a:solidFill>
                <a:effectLst/>
                <a:latin typeface="-apple-system"/>
              </a:rPr>
              <a:t>Recharge ally energy</a:t>
            </a:r>
          </a:p>
          <a:p>
            <a:pPr algn="l">
              <a:buFont typeface="Arial" panose="020B0604020202020204" pitchFamily="34" charset="0"/>
              <a:buChar char="•"/>
            </a:pPr>
            <a:r>
              <a:rPr lang="en-US" b="0" i="0" dirty="0">
                <a:solidFill>
                  <a:srgbClr val="29261B"/>
                </a:solidFill>
                <a:effectLst/>
                <a:latin typeface="-apple-system"/>
              </a:rPr>
              <a:t>Use ally super power move</a:t>
            </a:r>
          </a:p>
          <a:p>
            <a:pPr algn="l"/>
            <a:r>
              <a:rPr lang="en-US" b="0" i="0" dirty="0">
                <a:solidFill>
                  <a:srgbClr val="29261B"/>
                </a:solidFill>
                <a:effectLst/>
                <a:latin typeface="-apple-system"/>
              </a:rPr>
              <a:t>Rewards: +10 for defeating an enemy</a:t>
            </a:r>
            <a:br>
              <a:rPr lang="en-US" b="0" i="0" dirty="0">
                <a:solidFill>
                  <a:srgbClr val="29261B"/>
                </a:solidFill>
                <a:effectLst/>
                <a:latin typeface="-apple-system"/>
              </a:rPr>
            </a:br>
            <a:r>
              <a:rPr lang="en-US" b="0" i="0" dirty="0">
                <a:solidFill>
                  <a:srgbClr val="29261B"/>
                </a:solidFill>
                <a:effectLst/>
                <a:latin typeface="-apple-system"/>
              </a:rPr>
              <a:t>-5 for player losing health point</a:t>
            </a:r>
            <a:br>
              <a:rPr lang="en-US" b="0" i="0" dirty="0">
                <a:solidFill>
                  <a:srgbClr val="29261B"/>
                </a:solidFill>
                <a:effectLst/>
                <a:latin typeface="-apple-system"/>
              </a:rPr>
            </a:br>
            <a:r>
              <a:rPr lang="en-US" b="0" i="0" dirty="0">
                <a:solidFill>
                  <a:srgbClr val="29261B"/>
                </a:solidFill>
                <a:effectLst/>
                <a:latin typeface="-apple-system"/>
              </a:rPr>
              <a:t>+2 for recharging ally energy +15 for allowing ally super move</a:t>
            </a:r>
          </a:p>
          <a:p>
            <a:pPr algn="l"/>
            <a:r>
              <a:rPr lang="en-US" b="0" i="0" dirty="0">
                <a:solidFill>
                  <a:srgbClr val="29261B"/>
                </a:solidFill>
                <a:effectLst/>
                <a:latin typeface="-apple-system"/>
              </a:rPr>
              <a:t>Transitions encode probabilities of resulting states per action.</a:t>
            </a:r>
          </a:p>
          <a:p>
            <a:pPr algn="l"/>
            <a:r>
              <a:rPr lang="en-US" b="0" i="0" dirty="0">
                <a:solidFill>
                  <a:srgbClr val="29261B"/>
                </a:solidFill>
                <a:effectLst/>
                <a:latin typeface="-apple-system"/>
              </a:rPr>
              <a:t>By using reinforcement learning on this MDP, the NPC ally can discover an optimal policy. For example, when player health gets low prioritize healing over attacking. Or when multiple enemies remain, use the ally super move for maximum effect.</a:t>
            </a:r>
          </a:p>
          <a:p>
            <a:pPr algn="l"/>
            <a:r>
              <a:rPr lang="en-US" b="0" i="0" dirty="0">
                <a:solidFill>
                  <a:srgbClr val="29261B"/>
                </a:solidFill>
                <a:effectLst/>
                <a:latin typeface="-apple-system"/>
              </a:rPr>
              <a:t>This allows the ally NPC AI agent to make intelligent, adaptive decisions that help the player progress based on the dynamics of each battle. The MDP provides the framework to learn policies attuned to the uncertainty of the game state trajectory.</a:t>
            </a:r>
          </a:p>
          <a:p>
            <a:endParaRPr lang="en-US" dirty="0"/>
          </a:p>
        </p:txBody>
      </p:sp>
      <p:sp>
        <p:nvSpPr>
          <p:cNvPr id="4" name="Slide Number Placeholder 3"/>
          <p:cNvSpPr>
            <a:spLocks noGrp="1"/>
          </p:cNvSpPr>
          <p:nvPr>
            <p:ph type="sldNum" sz="quarter" idx="5"/>
          </p:nvPr>
        </p:nvSpPr>
        <p:spPr/>
        <p:txBody>
          <a:bodyPr/>
          <a:lstStyle/>
          <a:p>
            <a:fld id="{EC40639A-5C88-4E7A-9289-A92A7A761E90}" type="slidenum">
              <a:rPr lang="en-US" smtClean="0"/>
              <a:t>22</a:t>
            </a:fld>
            <a:endParaRPr lang="en-US"/>
          </a:p>
        </p:txBody>
      </p:sp>
    </p:spTree>
    <p:extLst>
      <p:ext uri="{BB962C8B-B14F-4D97-AF65-F5344CB8AC3E}">
        <p14:creationId xmlns:p14="http://schemas.microsoft.com/office/powerpoint/2010/main" val="36215918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29261B"/>
                </a:solidFill>
                <a:effectLst/>
                <a:latin typeface="-apple-system"/>
              </a:rPr>
              <a:t>Consider a simplified scenario from a dungeon crawler RPG. The AI controls a non-player character (NPC) ally that can support the main player character in battles. Its goal is to choose the best actions to aid the player effectively.</a:t>
            </a:r>
          </a:p>
          <a:p>
            <a:pPr algn="l"/>
            <a:r>
              <a:rPr lang="en-US" b="0" i="0" dirty="0">
                <a:solidFill>
                  <a:srgbClr val="29261B"/>
                </a:solidFill>
                <a:effectLst/>
                <a:latin typeface="-apple-system"/>
              </a:rPr>
              <a:t>States:</a:t>
            </a:r>
          </a:p>
          <a:p>
            <a:pPr algn="l">
              <a:buFont typeface="Arial" panose="020B0604020202020204" pitchFamily="34" charset="0"/>
              <a:buChar char="•"/>
            </a:pPr>
            <a:r>
              <a:rPr lang="en-US" b="0" i="0" dirty="0">
                <a:solidFill>
                  <a:srgbClr val="29261B"/>
                </a:solidFill>
                <a:effectLst/>
                <a:latin typeface="-apple-system"/>
              </a:rPr>
              <a:t>Player health (high, medium, low)</a:t>
            </a:r>
          </a:p>
          <a:p>
            <a:pPr algn="l">
              <a:buFont typeface="Arial" panose="020B0604020202020204" pitchFamily="34" charset="0"/>
              <a:buChar char="•"/>
            </a:pPr>
            <a:r>
              <a:rPr lang="en-US" b="0" i="0" dirty="0">
                <a:solidFill>
                  <a:srgbClr val="29261B"/>
                </a:solidFill>
                <a:effectLst/>
                <a:latin typeface="-apple-system"/>
              </a:rPr>
              <a:t>Number of enemies remaining</a:t>
            </a:r>
          </a:p>
          <a:p>
            <a:pPr algn="l">
              <a:buFont typeface="Arial" panose="020B0604020202020204" pitchFamily="34" charset="0"/>
              <a:buChar char="•"/>
            </a:pPr>
            <a:r>
              <a:rPr lang="en-US" b="0" i="0" dirty="0">
                <a:solidFill>
                  <a:srgbClr val="29261B"/>
                </a:solidFill>
                <a:effectLst/>
                <a:latin typeface="-apple-system"/>
              </a:rPr>
              <a:t>NPC ally health</a:t>
            </a:r>
          </a:p>
          <a:p>
            <a:pPr algn="l">
              <a:buFont typeface="Arial" panose="020B0604020202020204" pitchFamily="34" charset="0"/>
              <a:buChar char="•"/>
            </a:pPr>
            <a:r>
              <a:rPr lang="en-US" b="0" i="0" dirty="0">
                <a:solidFill>
                  <a:srgbClr val="29261B"/>
                </a:solidFill>
                <a:effectLst/>
                <a:latin typeface="-apple-system"/>
              </a:rPr>
              <a:t>NPC ally energy</a:t>
            </a:r>
          </a:p>
          <a:p>
            <a:pPr algn="l"/>
            <a:r>
              <a:rPr lang="en-US" b="0" i="0" dirty="0">
                <a:solidFill>
                  <a:srgbClr val="29261B"/>
                </a:solidFill>
                <a:effectLst/>
                <a:latin typeface="-apple-system"/>
              </a:rPr>
              <a:t>Actions:</a:t>
            </a:r>
          </a:p>
          <a:p>
            <a:pPr algn="l">
              <a:buFont typeface="Arial" panose="020B0604020202020204" pitchFamily="34" charset="0"/>
              <a:buChar char="•"/>
            </a:pPr>
            <a:r>
              <a:rPr lang="en-US" b="0" i="0" dirty="0">
                <a:solidFill>
                  <a:srgbClr val="29261B"/>
                </a:solidFill>
                <a:effectLst/>
                <a:latin typeface="-apple-system"/>
              </a:rPr>
              <a:t>Basic attack enemy</a:t>
            </a:r>
          </a:p>
          <a:p>
            <a:pPr algn="l">
              <a:buFont typeface="Arial" panose="020B0604020202020204" pitchFamily="34" charset="0"/>
              <a:buChar char="•"/>
            </a:pPr>
            <a:r>
              <a:rPr lang="en-US" b="0" i="0" dirty="0">
                <a:solidFill>
                  <a:srgbClr val="29261B"/>
                </a:solidFill>
                <a:effectLst/>
                <a:latin typeface="-apple-system"/>
              </a:rPr>
              <a:t>Heal player</a:t>
            </a:r>
          </a:p>
          <a:p>
            <a:pPr algn="l">
              <a:buFont typeface="Arial" panose="020B0604020202020204" pitchFamily="34" charset="0"/>
              <a:buChar char="•"/>
            </a:pPr>
            <a:r>
              <a:rPr lang="en-US" b="0" i="0" dirty="0">
                <a:solidFill>
                  <a:srgbClr val="29261B"/>
                </a:solidFill>
                <a:effectLst/>
                <a:latin typeface="-apple-system"/>
              </a:rPr>
              <a:t>Recharge ally energy</a:t>
            </a:r>
          </a:p>
          <a:p>
            <a:pPr algn="l">
              <a:buFont typeface="Arial" panose="020B0604020202020204" pitchFamily="34" charset="0"/>
              <a:buChar char="•"/>
            </a:pPr>
            <a:r>
              <a:rPr lang="en-US" b="0" i="0" dirty="0">
                <a:solidFill>
                  <a:srgbClr val="29261B"/>
                </a:solidFill>
                <a:effectLst/>
                <a:latin typeface="-apple-system"/>
              </a:rPr>
              <a:t>Use ally super power move</a:t>
            </a:r>
          </a:p>
          <a:p>
            <a:pPr algn="l"/>
            <a:r>
              <a:rPr lang="en-US" b="0" i="0" dirty="0">
                <a:solidFill>
                  <a:srgbClr val="29261B"/>
                </a:solidFill>
                <a:effectLst/>
                <a:latin typeface="-apple-system"/>
              </a:rPr>
              <a:t>Rewards: +10 for defeating an enemy</a:t>
            </a:r>
            <a:br>
              <a:rPr lang="en-US" b="0" i="0" dirty="0">
                <a:solidFill>
                  <a:srgbClr val="29261B"/>
                </a:solidFill>
                <a:effectLst/>
                <a:latin typeface="-apple-system"/>
              </a:rPr>
            </a:br>
            <a:r>
              <a:rPr lang="en-US" b="0" i="0" dirty="0">
                <a:solidFill>
                  <a:srgbClr val="29261B"/>
                </a:solidFill>
                <a:effectLst/>
                <a:latin typeface="-apple-system"/>
              </a:rPr>
              <a:t>-5 for player losing health point</a:t>
            </a:r>
            <a:br>
              <a:rPr lang="en-US" b="0" i="0" dirty="0">
                <a:solidFill>
                  <a:srgbClr val="29261B"/>
                </a:solidFill>
                <a:effectLst/>
                <a:latin typeface="-apple-system"/>
              </a:rPr>
            </a:br>
            <a:r>
              <a:rPr lang="en-US" b="0" i="0" dirty="0">
                <a:solidFill>
                  <a:srgbClr val="29261B"/>
                </a:solidFill>
                <a:effectLst/>
                <a:latin typeface="-apple-system"/>
              </a:rPr>
              <a:t>+2 for recharging ally energy +15 for allowing ally super move</a:t>
            </a:r>
          </a:p>
          <a:p>
            <a:pPr algn="l"/>
            <a:r>
              <a:rPr lang="en-US" b="0" i="0" dirty="0">
                <a:solidFill>
                  <a:srgbClr val="29261B"/>
                </a:solidFill>
                <a:effectLst/>
                <a:latin typeface="-apple-system"/>
              </a:rPr>
              <a:t>Transitions encode probabilities of resulting states per action.</a:t>
            </a:r>
          </a:p>
          <a:p>
            <a:pPr algn="l"/>
            <a:r>
              <a:rPr lang="en-US" b="0" i="0" dirty="0">
                <a:solidFill>
                  <a:srgbClr val="29261B"/>
                </a:solidFill>
                <a:effectLst/>
                <a:latin typeface="-apple-system"/>
              </a:rPr>
              <a:t>By using reinforcement learning on this MDP, the NPC ally can discover an optimal policy. For example, when player health gets low prioritize healing over attacking. Or when multiple enemies remain, use the ally super move for maximum effect.</a:t>
            </a:r>
          </a:p>
          <a:p>
            <a:pPr algn="l"/>
            <a:r>
              <a:rPr lang="en-US" b="0" i="0" dirty="0">
                <a:solidFill>
                  <a:srgbClr val="29261B"/>
                </a:solidFill>
                <a:effectLst/>
                <a:latin typeface="-apple-system"/>
              </a:rPr>
              <a:t>This allows the ally NPC AI agent to make intelligent, adaptive decisions that help the player progress based on the dynamics of each battle. The MDP provides the framework to learn policies attuned to the uncertainty of the game state trajectory.</a:t>
            </a:r>
          </a:p>
          <a:p>
            <a:endParaRPr lang="en-US" dirty="0"/>
          </a:p>
        </p:txBody>
      </p:sp>
      <p:sp>
        <p:nvSpPr>
          <p:cNvPr id="4" name="Slide Number Placeholder 3"/>
          <p:cNvSpPr>
            <a:spLocks noGrp="1"/>
          </p:cNvSpPr>
          <p:nvPr>
            <p:ph type="sldNum" sz="quarter" idx="5"/>
          </p:nvPr>
        </p:nvSpPr>
        <p:spPr/>
        <p:txBody>
          <a:bodyPr/>
          <a:lstStyle/>
          <a:p>
            <a:fld id="{EC40639A-5C88-4E7A-9289-A92A7A761E90}" type="slidenum">
              <a:rPr lang="en-US" smtClean="0"/>
              <a:t>23</a:t>
            </a:fld>
            <a:endParaRPr lang="en-US"/>
          </a:p>
        </p:txBody>
      </p:sp>
    </p:spTree>
    <p:extLst>
      <p:ext uri="{BB962C8B-B14F-4D97-AF65-F5344CB8AC3E}">
        <p14:creationId xmlns:p14="http://schemas.microsoft.com/office/powerpoint/2010/main" val="27079387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D1D5DB"/>
                </a:solidFill>
                <a:effectLst/>
                <a:latin typeface="Söhne"/>
              </a:rPr>
              <a:t>Artificial Intelligence in gaming has transcended beyond mere preprogrammed responses. It is now about creating an ecosystem that reacts, adapts, and personalizes the gaming experience in real-time. In this segment, we examine how AI employs decision theory and Markov decision processes (MDPs) to deeply interact with players, creating a gaming environment that is as unique as the individual at the controls.</a:t>
            </a:r>
          </a:p>
          <a:p>
            <a:pPr algn="l">
              <a:buFont typeface="+mj-lt"/>
              <a:buAutoNum type="arabicPeriod"/>
            </a:pPr>
            <a:r>
              <a:rPr lang="en-US" b="1" i="0" dirty="0">
                <a:solidFill>
                  <a:srgbClr val="D1D5DB"/>
                </a:solidFill>
                <a:effectLst/>
                <a:latin typeface="Söhne"/>
              </a:rPr>
              <a:t>Interactive AI Dynamics:</a:t>
            </a:r>
            <a:endParaRPr lang="en-US" b="0" i="0" dirty="0">
              <a:solidFill>
                <a:srgbClr val="D1D5DB"/>
              </a:solidFill>
              <a:effectLst/>
              <a:latin typeface="Söhne"/>
            </a:endParaRPr>
          </a:p>
          <a:p>
            <a:pPr marL="742950" lvl="1" indent="-285750" algn="l">
              <a:buFont typeface="+mj-lt"/>
              <a:buAutoNum type="arabicPeriod"/>
            </a:pPr>
            <a:r>
              <a:rPr lang="en-US" b="0" i="0" dirty="0">
                <a:solidFill>
                  <a:srgbClr val="D1D5DB"/>
                </a:solidFill>
                <a:effectLst/>
                <a:latin typeface="Söhne"/>
              </a:rPr>
              <a:t>AI analyzes player behavior to modify game difficulty and pacing.</a:t>
            </a:r>
          </a:p>
          <a:p>
            <a:pPr marL="742950" lvl="1" indent="-285750" algn="l">
              <a:buFont typeface="+mj-lt"/>
              <a:buAutoNum type="arabicPeriod"/>
            </a:pPr>
            <a:r>
              <a:rPr lang="en-US" b="0" i="0" dirty="0">
                <a:solidFill>
                  <a:srgbClr val="D1D5DB"/>
                </a:solidFill>
                <a:effectLst/>
                <a:latin typeface="Söhne"/>
              </a:rPr>
              <a:t>Real-time adaptation ensures challenges are tailored to player skill level.</a:t>
            </a:r>
          </a:p>
          <a:p>
            <a:pPr algn="l">
              <a:buFont typeface="+mj-lt"/>
              <a:buAutoNum type="arabicPeriod"/>
            </a:pPr>
            <a:r>
              <a:rPr lang="en-US" b="1" i="0" dirty="0">
                <a:solidFill>
                  <a:srgbClr val="D1D5DB"/>
                </a:solidFill>
                <a:effectLst/>
                <a:latin typeface="Söhne"/>
              </a:rPr>
              <a:t>Personalized Gameplay:</a:t>
            </a:r>
            <a:endParaRPr lang="en-US" b="0" i="0" dirty="0">
              <a:solidFill>
                <a:srgbClr val="D1D5DB"/>
              </a:solidFill>
              <a:effectLst/>
              <a:latin typeface="Söhne"/>
            </a:endParaRPr>
          </a:p>
          <a:p>
            <a:pPr marL="742950" lvl="1" indent="-285750" algn="l">
              <a:buFont typeface="+mj-lt"/>
              <a:buAutoNum type="arabicPeriod"/>
            </a:pPr>
            <a:r>
              <a:rPr lang="en-US" b="0" i="0" dirty="0">
                <a:solidFill>
                  <a:srgbClr val="D1D5DB"/>
                </a:solidFill>
                <a:effectLst/>
                <a:latin typeface="Söhne"/>
              </a:rPr>
              <a:t>Decision theory allows AI to offer choices that resonate with individual player preferences.</a:t>
            </a:r>
          </a:p>
          <a:p>
            <a:pPr marL="742950" lvl="1" indent="-285750" algn="l">
              <a:buFont typeface="+mj-lt"/>
              <a:buAutoNum type="arabicPeriod"/>
            </a:pPr>
            <a:r>
              <a:rPr lang="en-US" b="0" i="0" dirty="0">
                <a:solidFill>
                  <a:srgbClr val="D1D5DB"/>
                </a:solidFill>
                <a:effectLst/>
                <a:latin typeface="Söhne"/>
              </a:rPr>
              <a:t>AI customizes in-game events and missions based on player actions and history.</a:t>
            </a:r>
          </a:p>
          <a:p>
            <a:pPr algn="l">
              <a:buFont typeface="+mj-lt"/>
              <a:buAutoNum type="arabicPeriod"/>
            </a:pPr>
            <a:r>
              <a:rPr lang="en-US" b="1" i="0" dirty="0">
                <a:solidFill>
                  <a:srgbClr val="D1D5DB"/>
                </a:solidFill>
                <a:effectLst/>
                <a:latin typeface="Söhne"/>
              </a:rPr>
              <a:t>Engagement Through Adaptation:</a:t>
            </a:r>
            <a:endParaRPr lang="en-US" b="0" i="0" dirty="0">
              <a:solidFill>
                <a:srgbClr val="D1D5DB"/>
              </a:solidFill>
              <a:effectLst/>
              <a:latin typeface="Söhne"/>
            </a:endParaRPr>
          </a:p>
          <a:p>
            <a:pPr marL="742950" lvl="1" indent="-285750" algn="l">
              <a:buFont typeface="+mj-lt"/>
              <a:buAutoNum type="arabicPeriod"/>
            </a:pPr>
            <a:r>
              <a:rPr lang="en-US" b="0" i="0" dirty="0">
                <a:solidFill>
                  <a:srgbClr val="D1D5DB"/>
                </a:solidFill>
                <a:effectLst/>
                <a:latin typeface="Söhne"/>
              </a:rPr>
              <a:t>MDPs enable AI to predict and react to player decisions, crafting a responsive game narrative.</a:t>
            </a:r>
          </a:p>
          <a:p>
            <a:pPr marL="742950" lvl="1" indent="-285750" algn="l">
              <a:buFont typeface="+mj-lt"/>
              <a:buAutoNum type="arabicPeriod"/>
            </a:pPr>
            <a:r>
              <a:rPr lang="en-US" b="0" i="0" dirty="0">
                <a:solidFill>
                  <a:srgbClr val="D1D5DB"/>
                </a:solidFill>
                <a:effectLst/>
                <a:latin typeface="Söhne"/>
              </a:rPr>
              <a:t>The game environment evolves based on player interaction, keeping the experience fresh and engaging.</a:t>
            </a:r>
          </a:p>
          <a:p>
            <a:pPr algn="l">
              <a:buFont typeface="+mj-lt"/>
              <a:buAutoNum type="arabicPeriod"/>
            </a:pPr>
            <a:r>
              <a:rPr lang="en-US" b="1" i="0" dirty="0">
                <a:solidFill>
                  <a:srgbClr val="D1D5DB"/>
                </a:solidFill>
                <a:effectLst/>
                <a:latin typeface="Söhne"/>
              </a:rPr>
              <a:t>Creating Unique Player Journeys:</a:t>
            </a:r>
            <a:endParaRPr lang="en-US" b="0" i="0" dirty="0">
              <a:solidFill>
                <a:srgbClr val="D1D5DB"/>
              </a:solidFill>
              <a:effectLst/>
              <a:latin typeface="Söhne"/>
            </a:endParaRPr>
          </a:p>
          <a:p>
            <a:pPr marL="742950" lvl="1" indent="-285750" algn="l">
              <a:buFont typeface="+mj-lt"/>
              <a:buAutoNum type="arabicPeriod"/>
            </a:pPr>
            <a:r>
              <a:rPr lang="en-US" b="0" i="0" dirty="0">
                <a:solidFill>
                  <a:srgbClr val="D1D5DB"/>
                </a:solidFill>
                <a:effectLst/>
                <a:latin typeface="Söhne"/>
              </a:rPr>
              <a:t>Decision theory and MDPs work together to create a multitude of potential paths and outcomes.</a:t>
            </a:r>
          </a:p>
          <a:p>
            <a:pPr marL="742950" lvl="1" indent="-285750" algn="l">
              <a:buFont typeface="+mj-lt"/>
              <a:buAutoNum type="arabicPeriod"/>
            </a:pPr>
            <a:r>
              <a:rPr lang="en-US" b="0" i="0" dirty="0">
                <a:solidFill>
                  <a:srgbClr val="D1D5DB"/>
                </a:solidFill>
                <a:effectLst/>
                <a:latin typeface="Söhne"/>
              </a:rPr>
              <a:t>Every playthrough becomes a unique journey, shaped by the player's decisions and interactions.</a:t>
            </a:r>
          </a:p>
          <a:p>
            <a:pPr algn="l"/>
            <a:r>
              <a:rPr lang="en-US" b="0" i="0" dirty="0">
                <a:solidFill>
                  <a:srgbClr val="D1D5DB"/>
                </a:solidFill>
                <a:effectLst/>
                <a:latin typeface="Söhne"/>
              </a:rPr>
              <a:t>Through the integration of decision theory and MDPs, AI becomes a dynamic participant in the gaming experience, providing not just a challenge, but a responsive, evolving, and deeply personal adventure. It's this intelligent interaction that makes modern gaming an endlessly engaging experience, inviting players back time and again to see how their unique journey unfolds.</a:t>
            </a:r>
          </a:p>
          <a:p>
            <a:endParaRPr lang="en-US" dirty="0"/>
          </a:p>
          <a:p>
            <a:endParaRPr lang="en-US" dirty="0"/>
          </a:p>
        </p:txBody>
      </p:sp>
      <p:sp>
        <p:nvSpPr>
          <p:cNvPr id="4" name="Slide Number Placeholder 3"/>
          <p:cNvSpPr>
            <a:spLocks noGrp="1"/>
          </p:cNvSpPr>
          <p:nvPr>
            <p:ph type="sldNum" sz="quarter" idx="5"/>
          </p:nvPr>
        </p:nvSpPr>
        <p:spPr/>
        <p:txBody>
          <a:bodyPr/>
          <a:lstStyle/>
          <a:p>
            <a:fld id="{EC40639A-5C88-4E7A-9289-A92A7A761E90}" type="slidenum">
              <a:rPr lang="en-US" smtClean="0"/>
              <a:t>26</a:t>
            </a:fld>
            <a:endParaRPr lang="en-US"/>
          </a:p>
        </p:txBody>
      </p:sp>
    </p:spTree>
    <p:extLst>
      <p:ext uri="{BB962C8B-B14F-4D97-AF65-F5344CB8AC3E}">
        <p14:creationId xmlns:p14="http://schemas.microsoft.com/office/powerpoint/2010/main" val="21344915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C40639A-5C88-4E7A-9289-A92A7A761E90}" type="slidenum">
              <a:rPr lang="en-US" smtClean="0"/>
              <a:t>32</a:t>
            </a:fld>
            <a:endParaRPr lang="en-US"/>
          </a:p>
        </p:txBody>
      </p:sp>
    </p:spTree>
    <p:extLst>
      <p:ext uri="{BB962C8B-B14F-4D97-AF65-F5344CB8AC3E}">
        <p14:creationId xmlns:p14="http://schemas.microsoft.com/office/powerpoint/2010/main" val="22446470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fields continue to evolve, often benefiting from the technological advancements of the other. Speech recognition now plays a critical role in the accessibility of games, allowing for broader audiences, including those with disabilities, to enjoy gaming experiences. Meanwhile, the gaming industry's demand for better and more integrated speech interactions pushes the boundaries of what speech recognition technology can achieve.</a:t>
            </a:r>
          </a:p>
        </p:txBody>
      </p:sp>
      <p:sp>
        <p:nvSpPr>
          <p:cNvPr id="4" name="Slide Number Placeholder 3"/>
          <p:cNvSpPr>
            <a:spLocks noGrp="1"/>
          </p:cNvSpPr>
          <p:nvPr>
            <p:ph type="sldNum" sz="quarter" idx="5"/>
          </p:nvPr>
        </p:nvSpPr>
        <p:spPr/>
        <p:txBody>
          <a:bodyPr/>
          <a:lstStyle/>
          <a:p>
            <a:fld id="{EC40639A-5C88-4E7A-9289-A92A7A761E90}" type="slidenum">
              <a:rPr lang="en-US" smtClean="0"/>
              <a:t>35</a:t>
            </a:fld>
            <a:endParaRPr lang="en-US"/>
          </a:p>
        </p:txBody>
      </p:sp>
    </p:spTree>
    <p:extLst>
      <p:ext uri="{BB962C8B-B14F-4D97-AF65-F5344CB8AC3E}">
        <p14:creationId xmlns:p14="http://schemas.microsoft.com/office/powerpoint/2010/main" val="22690105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sz="1800" b="0" i="0" u="none" strike="noStrike" baseline="0" dirty="0">
              <a:solidFill>
                <a:srgbClr val="000000"/>
              </a:solidFill>
              <a:latin typeface="Roboto" panose="02000000000000000000" pitchFamily="2" charset="0"/>
            </a:endParaRPr>
          </a:p>
          <a:p>
            <a:pPr marR="95950" algn="l"/>
            <a:r>
              <a:rPr lang="en-US" sz="1800" b="0" i="0" u="none" strike="noStrike" baseline="0" dirty="0" err="1">
                <a:solidFill>
                  <a:srgbClr val="FFFFFF"/>
                </a:solidFill>
                <a:latin typeface="Roboto" panose="02000000000000000000" pitchFamily="2" charset="0"/>
              </a:rPr>
              <a:t>AlphaZero</a:t>
            </a:r>
            <a:r>
              <a:rPr lang="en-US" sz="1800" b="0" i="0" u="none" strike="noStrike" baseline="0" dirty="0">
                <a:solidFill>
                  <a:srgbClr val="FFFFFF"/>
                </a:solidFill>
                <a:latin typeface="Roboto" panose="02000000000000000000" pitchFamily="2" charset="0"/>
              </a:rPr>
              <a:t> is a computer program developed by artificial intelligence research company DeepMind to master the games of chess, shogi and go. This algorithm uses an approach similar to AlphaGo Zero. On December 5, 2017, the DeepMind team released a preprint introducing </a:t>
            </a:r>
            <a:r>
              <a:rPr lang="en-US" sz="1800" b="0" i="0" u="none" strike="noStrike" baseline="0" dirty="0" err="1">
                <a:solidFill>
                  <a:srgbClr val="FFFFFF"/>
                </a:solidFill>
                <a:latin typeface="Roboto" panose="02000000000000000000" pitchFamily="2" charset="0"/>
              </a:rPr>
              <a:t>AlphaZero</a:t>
            </a:r>
            <a:r>
              <a:rPr lang="en-US" sz="1800" b="0" i="0" u="none" strike="noStrike" baseline="0" dirty="0">
                <a:solidFill>
                  <a:srgbClr val="FFFFFF"/>
                </a:solidFill>
                <a:latin typeface="Roboto" panose="02000000000000000000" pitchFamily="2" charset="0"/>
              </a:rPr>
              <a:t>, which within 24 hours of training achieved a superhuman level of play in these three games by defeating world-champion programs Stockfish, Elmo, and the 3-day version of AlphaGo Zero. In each case it made use of custom tensor processing units that the Google programs were optimized to use. </a:t>
            </a:r>
            <a:r>
              <a:rPr lang="en-US" sz="1800" b="0" i="0" u="none" strike="noStrike" baseline="0" dirty="0" err="1">
                <a:solidFill>
                  <a:srgbClr val="FFFFFF"/>
                </a:solidFill>
                <a:latin typeface="Roboto" panose="02000000000000000000" pitchFamily="2" charset="0"/>
              </a:rPr>
              <a:t>AlphaZero</a:t>
            </a:r>
            <a:r>
              <a:rPr lang="en-US" sz="1800" b="0" i="0" u="none" strike="noStrike" baseline="0" dirty="0">
                <a:solidFill>
                  <a:srgbClr val="FFFFFF"/>
                </a:solidFill>
                <a:latin typeface="Roboto" panose="02000000000000000000" pitchFamily="2" charset="0"/>
              </a:rPr>
              <a:t> was trained solely via "self-play" using 5,000 first-generation TPUs to generate the games and 64 second-generation TPUs to train the neural networks, all in parallel, with no access to opening books or endgame tables. After four hours of training, DeepMind estimated </a:t>
            </a:r>
            <a:r>
              <a:rPr lang="en-US" sz="1800" b="0" i="0" u="none" strike="noStrike" baseline="0" dirty="0" err="1">
                <a:solidFill>
                  <a:srgbClr val="FFFFFF"/>
                </a:solidFill>
                <a:latin typeface="Roboto" panose="02000000000000000000" pitchFamily="2" charset="0"/>
              </a:rPr>
              <a:t>AlphaZero</a:t>
            </a:r>
            <a:r>
              <a:rPr lang="en-US" sz="1800" b="0" i="0" u="none" strike="noStrike" baseline="0" dirty="0">
                <a:solidFill>
                  <a:srgbClr val="FFFFFF"/>
                </a:solidFill>
                <a:latin typeface="Roboto" panose="02000000000000000000" pitchFamily="2" charset="0"/>
              </a:rPr>
              <a:t> was playing at a higher Elo rating than Stockfish 8; after 9 hours of training, the algorithm defeated Stockfish 8 in a time-controlled 100-game tournament The trained algorithm played on a single machine with 4 TPUs.</a:t>
            </a:r>
          </a:p>
          <a:p>
            <a:pPr marR="60290" algn="l"/>
            <a:r>
              <a:rPr lang="en-US" sz="1800" b="0" i="0" u="none" strike="noStrike" baseline="0" dirty="0">
                <a:solidFill>
                  <a:srgbClr val="00AFEF"/>
                </a:solidFill>
                <a:latin typeface="Calibri" panose="020F0502020204030204" pitchFamily="34" charset="0"/>
              </a:rPr>
              <a:t>https://www.youtube</a:t>
            </a:r>
          </a:p>
          <a:p>
            <a:pPr marR="60290" algn="l"/>
            <a:endParaRPr lang="en-US" dirty="0"/>
          </a:p>
        </p:txBody>
      </p:sp>
      <p:sp>
        <p:nvSpPr>
          <p:cNvPr id="4" name="Slide Number Placeholder 3"/>
          <p:cNvSpPr>
            <a:spLocks noGrp="1"/>
          </p:cNvSpPr>
          <p:nvPr>
            <p:ph type="sldNum" sz="quarter" idx="5"/>
          </p:nvPr>
        </p:nvSpPr>
        <p:spPr/>
        <p:txBody>
          <a:bodyPr/>
          <a:lstStyle/>
          <a:p>
            <a:fld id="{EC40639A-5C88-4E7A-9289-A92A7A761E90}" type="slidenum">
              <a:rPr lang="en-US" smtClean="0"/>
              <a:t>36</a:t>
            </a:fld>
            <a:endParaRPr lang="en-US"/>
          </a:p>
        </p:txBody>
      </p:sp>
    </p:spTree>
    <p:extLst>
      <p:ext uri="{BB962C8B-B14F-4D97-AF65-F5344CB8AC3E}">
        <p14:creationId xmlns:p14="http://schemas.microsoft.com/office/powerpoint/2010/main" val="36488415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Both AlphaGo and AlphaStar are seminal works demonstrating the power of combining deep learning with reinforcement learning to solve complex problems. While the specifics of their architectures and training procedures differ due to the nature of the games they are designed for, they both represent major advancements in the field of AI and have broad implications for the applicability of deep reinforcement learning in various domains</a:t>
            </a:r>
          </a:p>
          <a:p>
            <a:endParaRPr lang="en-US" dirty="0"/>
          </a:p>
        </p:txBody>
      </p:sp>
      <p:sp>
        <p:nvSpPr>
          <p:cNvPr id="4" name="Slide Number Placeholder 3"/>
          <p:cNvSpPr>
            <a:spLocks noGrp="1"/>
          </p:cNvSpPr>
          <p:nvPr>
            <p:ph type="sldNum" sz="quarter" idx="5"/>
          </p:nvPr>
        </p:nvSpPr>
        <p:spPr/>
        <p:txBody>
          <a:bodyPr/>
          <a:lstStyle/>
          <a:p>
            <a:fld id="{EC40639A-5C88-4E7A-9289-A92A7A761E90}" type="slidenum">
              <a:rPr lang="en-US" smtClean="0"/>
              <a:t>37</a:t>
            </a:fld>
            <a:endParaRPr lang="en-US"/>
          </a:p>
        </p:txBody>
      </p:sp>
    </p:spTree>
    <p:extLst>
      <p:ext uri="{BB962C8B-B14F-4D97-AF65-F5344CB8AC3E}">
        <p14:creationId xmlns:p14="http://schemas.microsoft.com/office/powerpoint/2010/main" val="330822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11115-7CE9-7B09-363B-6BD162A8A3F6}"/>
              </a:ext>
            </a:extLst>
          </p:cNvPr>
          <p:cNvSpPr>
            <a:spLocks noGrp="1"/>
          </p:cNvSpPr>
          <p:nvPr>
            <p:ph type="ctrTitle"/>
          </p:nvPr>
        </p:nvSpPr>
        <p:spPr>
          <a:xfrm>
            <a:off x="1524000" y="1122363"/>
            <a:ext cx="9144000" cy="2387600"/>
          </a:xfrm>
          <a:solidFill>
            <a:schemeClr val="accent3">
              <a:lumMod val="50000"/>
            </a:schemeClr>
          </a:solidFill>
        </p:spPr>
        <p:txBody>
          <a:bodyPr anchor="b"/>
          <a:lstStyle>
            <a:lvl1pPr algn="ctr">
              <a:defRPr sz="6000">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Subtitle 2">
            <a:extLst>
              <a:ext uri="{FF2B5EF4-FFF2-40B4-BE49-F238E27FC236}">
                <a16:creationId xmlns:a16="http://schemas.microsoft.com/office/drawing/2014/main" id="{DD4E2758-91FE-4E29-0CEC-A4070213C53C}"/>
              </a:ext>
            </a:extLst>
          </p:cNvPr>
          <p:cNvSpPr>
            <a:spLocks noGrp="1"/>
          </p:cNvSpPr>
          <p:nvPr>
            <p:ph type="subTitle" idx="1"/>
          </p:nvPr>
        </p:nvSpPr>
        <p:spPr>
          <a:xfrm>
            <a:off x="1524000" y="3602038"/>
            <a:ext cx="9144000" cy="1655762"/>
          </a:xfrm>
          <a:solidFill>
            <a:schemeClr val="accent3">
              <a:lumMod val="50000"/>
            </a:schemeClr>
          </a:solidFill>
        </p:spPr>
        <p:txBody>
          <a:bodyPr/>
          <a:lstStyle>
            <a:lvl1pPr marL="0" indent="0" algn="ctr">
              <a:buNone/>
              <a:defRPr sz="2400">
                <a:latin typeface="Segoe UI" panose="020B0502040204020203" pitchFamily="34" charset="0"/>
                <a:cs typeface="Segoe UI" panose="020B05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D9D19D4F-88C0-5096-72D0-C032FF37E678}"/>
              </a:ext>
            </a:extLst>
          </p:cNvPr>
          <p:cNvSpPr>
            <a:spLocks noGrp="1"/>
          </p:cNvSpPr>
          <p:nvPr>
            <p:ph type="dt" sz="half" idx="10"/>
          </p:nvPr>
        </p:nvSpPr>
        <p:spPr/>
        <p:txBody>
          <a:bodyPr/>
          <a:lstStyle/>
          <a:p>
            <a:fld id="{3B08732B-7A0C-4683-8680-95CC6002C5D5}" type="datetimeFigureOut">
              <a:rPr lang="en-US" smtClean="0"/>
              <a:t>1/23/2024</a:t>
            </a:fld>
            <a:endParaRPr lang="en-US"/>
          </a:p>
        </p:txBody>
      </p:sp>
      <p:sp>
        <p:nvSpPr>
          <p:cNvPr id="5" name="Footer Placeholder 4">
            <a:extLst>
              <a:ext uri="{FF2B5EF4-FFF2-40B4-BE49-F238E27FC236}">
                <a16:creationId xmlns:a16="http://schemas.microsoft.com/office/drawing/2014/main" id="{C69D132B-4EC7-C3DD-A8E3-66F6FE23CA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0E0BDE-7411-33EC-4B9A-DEC93BD98B10}"/>
              </a:ext>
            </a:extLst>
          </p:cNvPr>
          <p:cNvSpPr>
            <a:spLocks noGrp="1"/>
          </p:cNvSpPr>
          <p:nvPr>
            <p:ph type="sldNum" sz="quarter" idx="12"/>
          </p:nvPr>
        </p:nvSpPr>
        <p:spPr/>
        <p:txBody>
          <a:bodyPr/>
          <a:lstStyle/>
          <a:p>
            <a:fld id="{D02525C4-E2BF-457D-B3E6-B535884A1D08}" type="slidenum">
              <a:rPr lang="en-US" smtClean="0"/>
              <a:t>‹#›</a:t>
            </a:fld>
            <a:endParaRPr lang="en-US"/>
          </a:p>
        </p:txBody>
      </p:sp>
    </p:spTree>
    <p:extLst>
      <p:ext uri="{BB962C8B-B14F-4D97-AF65-F5344CB8AC3E}">
        <p14:creationId xmlns:p14="http://schemas.microsoft.com/office/powerpoint/2010/main" val="35102333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B8CA5-0262-06A5-569F-EAA310499A6F}"/>
              </a:ext>
            </a:extLst>
          </p:cNvPr>
          <p:cNvSpPr>
            <a:spLocks noGrp="1"/>
          </p:cNvSpPr>
          <p:nvPr>
            <p:ph type="title"/>
          </p:nvPr>
        </p:nvSpPr>
        <p:spPr/>
        <p:txBody>
          <a:bodyPr/>
          <a:lstStyle>
            <a:lvl1pPr algn="ctr">
              <a:defRPr>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2D9C5D7A-0013-037A-4C35-B467F81B1DEC}"/>
              </a:ext>
            </a:extLst>
          </p:cNvPr>
          <p:cNvSpPr>
            <a:spLocks noGrp="1"/>
          </p:cNvSpPr>
          <p:nvPr>
            <p:ph idx="1"/>
          </p:nvPr>
        </p:nvSpPr>
        <p:spPr/>
        <p:txBody>
          <a:bodyPr/>
          <a:lstStyle>
            <a:lvl1pPr>
              <a:defRPr>
                <a:latin typeface="Segoe UI" panose="020B0502040204020203" pitchFamily="34" charset="0"/>
                <a:cs typeface="Segoe UI" panose="020B0502040204020203" pitchFamily="34" charset="0"/>
              </a:defRPr>
            </a:lvl1pPr>
            <a:lvl2pPr>
              <a:defRPr>
                <a:latin typeface="Segoe UI" panose="020B0502040204020203" pitchFamily="34" charset="0"/>
                <a:cs typeface="Segoe UI" panose="020B0502040204020203" pitchFamily="34" charset="0"/>
              </a:defRPr>
            </a:lvl2pPr>
            <a:lvl3pPr>
              <a:defRPr>
                <a:latin typeface="Segoe UI" panose="020B0502040204020203" pitchFamily="34" charset="0"/>
                <a:cs typeface="Segoe UI" panose="020B0502040204020203" pitchFamily="34" charset="0"/>
              </a:defRPr>
            </a:lvl3pPr>
            <a:lvl4pPr>
              <a:defRPr>
                <a:latin typeface="Segoe UI" panose="020B0502040204020203" pitchFamily="34" charset="0"/>
                <a:cs typeface="Segoe UI" panose="020B0502040204020203" pitchFamily="34" charset="0"/>
              </a:defRPr>
            </a:lvl4pPr>
            <a:lvl5pPr>
              <a:defRPr>
                <a:latin typeface="Segoe UI" panose="020B0502040204020203" pitchFamily="34" charset="0"/>
                <a:cs typeface="Segoe UI" panose="020B050204020402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FE8F0D6C-65FC-8FD7-40D4-B4AB461D6AF2}"/>
              </a:ext>
            </a:extLst>
          </p:cNvPr>
          <p:cNvSpPr>
            <a:spLocks noGrp="1"/>
          </p:cNvSpPr>
          <p:nvPr>
            <p:ph type="dt" sz="half" idx="10"/>
          </p:nvPr>
        </p:nvSpPr>
        <p:spPr/>
        <p:txBody>
          <a:bodyPr/>
          <a:lstStyle/>
          <a:p>
            <a:fld id="{3B08732B-7A0C-4683-8680-95CC6002C5D5}" type="datetimeFigureOut">
              <a:rPr lang="en-US" smtClean="0"/>
              <a:t>1/23/2024</a:t>
            </a:fld>
            <a:endParaRPr lang="en-US"/>
          </a:p>
        </p:txBody>
      </p:sp>
      <p:sp>
        <p:nvSpPr>
          <p:cNvPr id="5" name="Footer Placeholder 4">
            <a:extLst>
              <a:ext uri="{FF2B5EF4-FFF2-40B4-BE49-F238E27FC236}">
                <a16:creationId xmlns:a16="http://schemas.microsoft.com/office/drawing/2014/main" id="{EA657E34-02F6-1CE2-1DA1-FAE96418A4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15AAB1-0C7D-51BE-1A09-EAFAB2F7DEDC}"/>
              </a:ext>
            </a:extLst>
          </p:cNvPr>
          <p:cNvSpPr>
            <a:spLocks noGrp="1"/>
          </p:cNvSpPr>
          <p:nvPr>
            <p:ph type="sldNum" sz="quarter" idx="12"/>
          </p:nvPr>
        </p:nvSpPr>
        <p:spPr/>
        <p:txBody>
          <a:bodyPr/>
          <a:lstStyle/>
          <a:p>
            <a:fld id="{D02525C4-E2BF-457D-B3E6-B535884A1D08}" type="slidenum">
              <a:rPr lang="en-US" smtClean="0"/>
              <a:t>‹#›</a:t>
            </a:fld>
            <a:endParaRPr lang="en-US"/>
          </a:p>
        </p:txBody>
      </p:sp>
    </p:spTree>
    <p:extLst>
      <p:ext uri="{BB962C8B-B14F-4D97-AF65-F5344CB8AC3E}">
        <p14:creationId xmlns:p14="http://schemas.microsoft.com/office/powerpoint/2010/main" val="1457178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F1046-E9AA-DE43-274F-6C4CEF9AA061}"/>
              </a:ext>
            </a:extLst>
          </p:cNvPr>
          <p:cNvSpPr>
            <a:spLocks noGrp="1"/>
          </p:cNvSpPr>
          <p:nvPr>
            <p:ph type="title"/>
          </p:nvPr>
        </p:nvSpPr>
        <p:spPr>
          <a:xfrm>
            <a:off x="831850" y="1709738"/>
            <a:ext cx="10515600" cy="2852737"/>
          </a:xfrm>
        </p:spPr>
        <p:txBody>
          <a:bodyPr anchor="b"/>
          <a:lstStyle>
            <a:lvl1pPr>
              <a:defRPr sz="6000">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Text Placeholder 2">
            <a:extLst>
              <a:ext uri="{FF2B5EF4-FFF2-40B4-BE49-F238E27FC236}">
                <a16:creationId xmlns:a16="http://schemas.microsoft.com/office/drawing/2014/main" id="{52C32A83-99FA-4DA3-D74C-EC591257429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latin typeface="Segoe UI" panose="020B0502040204020203" pitchFamily="34" charset="0"/>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9F573D09-494D-C6A4-7A7B-24FC53428B9E}"/>
              </a:ext>
            </a:extLst>
          </p:cNvPr>
          <p:cNvSpPr>
            <a:spLocks noGrp="1"/>
          </p:cNvSpPr>
          <p:nvPr>
            <p:ph type="dt" sz="half" idx="10"/>
          </p:nvPr>
        </p:nvSpPr>
        <p:spPr/>
        <p:txBody>
          <a:bodyPr/>
          <a:lstStyle/>
          <a:p>
            <a:fld id="{3B08732B-7A0C-4683-8680-95CC6002C5D5}" type="datetimeFigureOut">
              <a:rPr lang="en-US" smtClean="0"/>
              <a:t>1/23/2024</a:t>
            </a:fld>
            <a:endParaRPr lang="en-US"/>
          </a:p>
        </p:txBody>
      </p:sp>
      <p:sp>
        <p:nvSpPr>
          <p:cNvPr id="5" name="Footer Placeholder 4">
            <a:extLst>
              <a:ext uri="{FF2B5EF4-FFF2-40B4-BE49-F238E27FC236}">
                <a16:creationId xmlns:a16="http://schemas.microsoft.com/office/drawing/2014/main" id="{EF191297-4EB7-985E-63CF-CFF840F498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502C23-32AC-E5A9-B394-891D65B4777F}"/>
              </a:ext>
            </a:extLst>
          </p:cNvPr>
          <p:cNvSpPr>
            <a:spLocks noGrp="1"/>
          </p:cNvSpPr>
          <p:nvPr>
            <p:ph type="sldNum" sz="quarter" idx="12"/>
          </p:nvPr>
        </p:nvSpPr>
        <p:spPr/>
        <p:txBody>
          <a:bodyPr/>
          <a:lstStyle/>
          <a:p>
            <a:fld id="{D02525C4-E2BF-457D-B3E6-B535884A1D08}" type="slidenum">
              <a:rPr lang="en-US" smtClean="0"/>
              <a:t>‹#›</a:t>
            </a:fld>
            <a:endParaRPr lang="en-US"/>
          </a:p>
        </p:txBody>
      </p:sp>
    </p:spTree>
    <p:extLst>
      <p:ext uri="{BB962C8B-B14F-4D97-AF65-F5344CB8AC3E}">
        <p14:creationId xmlns:p14="http://schemas.microsoft.com/office/powerpoint/2010/main" val="31447951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56E5A-8128-6D49-8C27-CE6FF5F1A9AA}"/>
              </a:ext>
            </a:extLst>
          </p:cNvPr>
          <p:cNvSpPr>
            <a:spLocks noGrp="1"/>
          </p:cNvSpPr>
          <p:nvPr>
            <p:ph type="title"/>
          </p:nvPr>
        </p:nvSpPr>
        <p:spPr/>
        <p:txBody>
          <a:bodyPr/>
          <a:lstStyle>
            <a:lvl1pPr algn="ctr">
              <a:defRPr>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2F544F7E-BFBC-BCA6-86A3-9D8FEA17CDEE}"/>
              </a:ext>
            </a:extLst>
          </p:cNvPr>
          <p:cNvSpPr>
            <a:spLocks noGrp="1"/>
          </p:cNvSpPr>
          <p:nvPr>
            <p:ph sz="half" idx="1"/>
          </p:nvPr>
        </p:nvSpPr>
        <p:spPr>
          <a:xfrm>
            <a:off x="838200" y="1825625"/>
            <a:ext cx="5181600" cy="4351338"/>
          </a:xfrm>
        </p:spPr>
        <p:txBody>
          <a:bodyPr/>
          <a:lstStyle>
            <a:lvl1pPr>
              <a:defRPr>
                <a:latin typeface="Segoe UI" panose="020B0502040204020203" pitchFamily="34" charset="0"/>
                <a:cs typeface="Segoe UI" panose="020B0502040204020203" pitchFamily="34" charset="0"/>
              </a:defRPr>
            </a:lvl1pPr>
            <a:lvl2pPr>
              <a:defRPr>
                <a:latin typeface="Segoe UI" panose="020B0502040204020203" pitchFamily="34" charset="0"/>
                <a:cs typeface="Segoe UI" panose="020B0502040204020203" pitchFamily="34" charset="0"/>
              </a:defRPr>
            </a:lvl2pPr>
            <a:lvl3pPr>
              <a:defRPr>
                <a:latin typeface="Segoe UI" panose="020B0502040204020203" pitchFamily="34" charset="0"/>
                <a:cs typeface="Segoe UI" panose="020B0502040204020203" pitchFamily="34" charset="0"/>
              </a:defRPr>
            </a:lvl3pPr>
            <a:lvl4pPr>
              <a:defRPr>
                <a:latin typeface="Segoe UI" panose="020B0502040204020203" pitchFamily="34" charset="0"/>
                <a:cs typeface="Segoe UI" panose="020B0502040204020203" pitchFamily="34" charset="0"/>
              </a:defRPr>
            </a:lvl4pPr>
            <a:lvl5pPr>
              <a:defRPr>
                <a:latin typeface="Segoe UI" panose="020B0502040204020203" pitchFamily="34" charset="0"/>
                <a:cs typeface="Segoe UI" panose="020B050204020402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48AEE5D5-A622-D32D-88CD-FD232EB26F38}"/>
              </a:ext>
            </a:extLst>
          </p:cNvPr>
          <p:cNvSpPr>
            <a:spLocks noGrp="1"/>
          </p:cNvSpPr>
          <p:nvPr>
            <p:ph sz="half" idx="2"/>
          </p:nvPr>
        </p:nvSpPr>
        <p:spPr>
          <a:xfrm>
            <a:off x="6172200" y="1825625"/>
            <a:ext cx="5181600" cy="4351338"/>
          </a:xfrm>
        </p:spPr>
        <p:txBody>
          <a:bodyPr/>
          <a:lstStyle>
            <a:lvl1pPr>
              <a:defRPr>
                <a:latin typeface="Segoe UI" panose="020B0502040204020203" pitchFamily="34" charset="0"/>
                <a:cs typeface="Segoe UI" panose="020B0502040204020203" pitchFamily="34" charset="0"/>
              </a:defRPr>
            </a:lvl1pPr>
            <a:lvl2pPr>
              <a:defRPr>
                <a:latin typeface="Segoe UI" panose="020B0502040204020203" pitchFamily="34" charset="0"/>
                <a:cs typeface="Segoe UI" panose="020B0502040204020203" pitchFamily="34" charset="0"/>
              </a:defRPr>
            </a:lvl2pPr>
            <a:lvl3pPr>
              <a:defRPr>
                <a:latin typeface="Segoe UI" panose="020B0502040204020203" pitchFamily="34" charset="0"/>
                <a:cs typeface="Segoe UI" panose="020B0502040204020203" pitchFamily="34" charset="0"/>
              </a:defRPr>
            </a:lvl3pPr>
            <a:lvl4pPr>
              <a:defRPr>
                <a:latin typeface="Segoe UI" panose="020B0502040204020203" pitchFamily="34" charset="0"/>
                <a:cs typeface="Segoe UI" panose="020B0502040204020203" pitchFamily="34" charset="0"/>
              </a:defRPr>
            </a:lvl4pPr>
            <a:lvl5pPr>
              <a:defRPr>
                <a:latin typeface="Segoe UI" panose="020B0502040204020203" pitchFamily="34" charset="0"/>
                <a:cs typeface="Segoe UI" panose="020B050204020402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7680A073-3D55-7E35-12C6-DDBA9285580A}"/>
              </a:ext>
            </a:extLst>
          </p:cNvPr>
          <p:cNvSpPr>
            <a:spLocks noGrp="1"/>
          </p:cNvSpPr>
          <p:nvPr>
            <p:ph type="dt" sz="half" idx="10"/>
          </p:nvPr>
        </p:nvSpPr>
        <p:spPr/>
        <p:txBody>
          <a:bodyPr/>
          <a:lstStyle/>
          <a:p>
            <a:fld id="{3B08732B-7A0C-4683-8680-95CC6002C5D5}" type="datetimeFigureOut">
              <a:rPr lang="en-US" smtClean="0"/>
              <a:t>1/23/2024</a:t>
            </a:fld>
            <a:endParaRPr lang="en-US"/>
          </a:p>
        </p:txBody>
      </p:sp>
      <p:sp>
        <p:nvSpPr>
          <p:cNvPr id="6" name="Footer Placeholder 5">
            <a:extLst>
              <a:ext uri="{FF2B5EF4-FFF2-40B4-BE49-F238E27FC236}">
                <a16:creationId xmlns:a16="http://schemas.microsoft.com/office/drawing/2014/main" id="{AE01CDF5-EE54-178A-4B83-D4199CD011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CEC7CB-A820-BF87-D068-BC3B77E392A7}"/>
              </a:ext>
            </a:extLst>
          </p:cNvPr>
          <p:cNvSpPr>
            <a:spLocks noGrp="1"/>
          </p:cNvSpPr>
          <p:nvPr>
            <p:ph type="sldNum" sz="quarter" idx="12"/>
          </p:nvPr>
        </p:nvSpPr>
        <p:spPr/>
        <p:txBody>
          <a:bodyPr/>
          <a:lstStyle/>
          <a:p>
            <a:fld id="{D02525C4-E2BF-457D-B3E6-B535884A1D08}" type="slidenum">
              <a:rPr lang="en-US" smtClean="0"/>
              <a:t>‹#›</a:t>
            </a:fld>
            <a:endParaRPr lang="en-US"/>
          </a:p>
        </p:txBody>
      </p:sp>
    </p:spTree>
    <p:extLst>
      <p:ext uri="{BB962C8B-B14F-4D97-AF65-F5344CB8AC3E}">
        <p14:creationId xmlns:p14="http://schemas.microsoft.com/office/powerpoint/2010/main" val="35866053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CB8EB-86C1-25F9-2CF6-CAEE907E8E3F}"/>
              </a:ext>
            </a:extLst>
          </p:cNvPr>
          <p:cNvSpPr>
            <a:spLocks noGrp="1"/>
          </p:cNvSpPr>
          <p:nvPr>
            <p:ph type="title"/>
          </p:nvPr>
        </p:nvSpPr>
        <p:spPr>
          <a:xfrm>
            <a:off x="839788" y="365125"/>
            <a:ext cx="10515600" cy="1325563"/>
          </a:xfrm>
        </p:spPr>
        <p:txBody>
          <a:bodyPr/>
          <a:lstStyle>
            <a:lvl1pPr>
              <a:defRPr>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Text Placeholder 2">
            <a:extLst>
              <a:ext uri="{FF2B5EF4-FFF2-40B4-BE49-F238E27FC236}">
                <a16:creationId xmlns:a16="http://schemas.microsoft.com/office/drawing/2014/main" id="{E9976040-EFBE-4553-8E79-AF6029AB0EB0}"/>
              </a:ext>
            </a:extLst>
          </p:cNvPr>
          <p:cNvSpPr>
            <a:spLocks noGrp="1"/>
          </p:cNvSpPr>
          <p:nvPr>
            <p:ph type="body" idx="1"/>
          </p:nvPr>
        </p:nvSpPr>
        <p:spPr>
          <a:xfrm>
            <a:off x="839788" y="1681163"/>
            <a:ext cx="5157787" cy="823912"/>
          </a:xfrm>
        </p:spPr>
        <p:txBody>
          <a:bodyPr anchor="b"/>
          <a:lstStyle>
            <a:lvl1pPr marL="0" indent="0">
              <a:buNone/>
              <a:defRPr sz="2400" b="1">
                <a:latin typeface="Segoe UI" panose="020B0502040204020203" pitchFamily="34" charset="0"/>
                <a:ea typeface="Segoe UI Black" panose="020B0A02040204020203" pitchFamily="34" charset="0"/>
                <a:cs typeface="Segoe UI"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4AC6B105-EF4D-53B5-87D2-6CA671CBD94D}"/>
              </a:ext>
            </a:extLst>
          </p:cNvPr>
          <p:cNvSpPr>
            <a:spLocks noGrp="1"/>
          </p:cNvSpPr>
          <p:nvPr>
            <p:ph sz="half" idx="2"/>
          </p:nvPr>
        </p:nvSpPr>
        <p:spPr>
          <a:xfrm>
            <a:off x="839788" y="2505075"/>
            <a:ext cx="5157787" cy="3684588"/>
          </a:xfrm>
        </p:spPr>
        <p:txBody>
          <a:bodyPr/>
          <a:lstStyle>
            <a:lvl1pPr>
              <a:defRPr>
                <a:latin typeface="Segoe UI" panose="020B0502040204020203" pitchFamily="34" charset="0"/>
                <a:cs typeface="Segoe UI" panose="020B0502040204020203" pitchFamily="34" charset="0"/>
              </a:defRPr>
            </a:lvl1pPr>
            <a:lvl2pPr>
              <a:defRPr>
                <a:latin typeface="Segoe UI" panose="020B0502040204020203" pitchFamily="34" charset="0"/>
                <a:cs typeface="Segoe UI" panose="020B0502040204020203" pitchFamily="34" charset="0"/>
              </a:defRPr>
            </a:lvl2pPr>
            <a:lvl3pPr>
              <a:defRPr>
                <a:latin typeface="Segoe UI" panose="020B0502040204020203" pitchFamily="34" charset="0"/>
                <a:cs typeface="Segoe UI" panose="020B0502040204020203" pitchFamily="34" charset="0"/>
              </a:defRPr>
            </a:lvl3pPr>
            <a:lvl4pPr>
              <a:defRPr>
                <a:latin typeface="Segoe UI" panose="020B0502040204020203" pitchFamily="34" charset="0"/>
                <a:cs typeface="Segoe UI" panose="020B0502040204020203" pitchFamily="34" charset="0"/>
              </a:defRPr>
            </a:lvl4pPr>
            <a:lvl5pPr>
              <a:defRPr>
                <a:latin typeface="Segoe UI" panose="020B0502040204020203" pitchFamily="34" charset="0"/>
                <a:cs typeface="Segoe UI" panose="020B050204020402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63C36A7B-5B34-80FE-28D6-4821DF364C8C}"/>
              </a:ext>
            </a:extLst>
          </p:cNvPr>
          <p:cNvSpPr>
            <a:spLocks noGrp="1"/>
          </p:cNvSpPr>
          <p:nvPr>
            <p:ph type="body" sz="quarter" idx="3"/>
          </p:nvPr>
        </p:nvSpPr>
        <p:spPr>
          <a:xfrm>
            <a:off x="6172200" y="1681163"/>
            <a:ext cx="5183188" cy="823912"/>
          </a:xfrm>
        </p:spPr>
        <p:txBody>
          <a:bodyPr anchor="b"/>
          <a:lstStyle>
            <a:lvl1pPr marL="0" indent="0">
              <a:buNone/>
              <a:defRPr sz="2400" b="1">
                <a:latin typeface="Segoe UI" panose="020B0502040204020203" pitchFamily="34" charset="0"/>
                <a:cs typeface="Segoe UI"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4D969881-BE84-3358-05A0-106C71C4E103}"/>
              </a:ext>
            </a:extLst>
          </p:cNvPr>
          <p:cNvSpPr>
            <a:spLocks noGrp="1"/>
          </p:cNvSpPr>
          <p:nvPr>
            <p:ph sz="quarter" idx="4"/>
          </p:nvPr>
        </p:nvSpPr>
        <p:spPr>
          <a:xfrm>
            <a:off x="6172200" y="2505075"/>
            <a:ext cx="5183188" cy="3684588"/>
          </a:xfrm>
        </p:spPr>
        <p:txBody>
          <a:bodyPr/>
          <a:lstStyle>
            <a:lvl1pPr>
              <a:defRPr>
                <a:latin typeface="Segoe UI" panose="020B0502040204020203" pitchFamily="34" charset="0"/>
                <a:cs typeface="Segoe UI" panose="020B0502040204020203" pitchFamily="34" charset="0"/>
              </a:defRPr>
            </a:lvl1pPr>
            <a:lvl2pPr>
              <a:defRPr>
                <a:latin typeface="Segoe UI" panose="020B0502040204020203" pitchFamily="34" charset="0"/>
                <a:cs typeface="Segoe UI" panose="020B0502040204020203" pitchFamily="34" charset="0"/>
              </a:defRPr>
            </a:lvl2pPr>
            <a:lvl3pPr>
              <a:defRPr>
                <a:latin typeface="Segoe UI" panose="020B0502040204020203" pitchFamily="34" charset="0"/>
                <a:cs typeface="Segoe UI" panose="020B0502040204020203" pitchFamily="34" charset="0"/>
              </a:defRPr>
            </a:lvl3pPr>
            <a:lvl4pPr>
              <a:defRPr>
                <a:latin typeface="Segoe UI" panose="020B0502040204020203" pitchFamily="34" charset="0"/>
                <a:cs typeface="Segoe UI" panose="020B0502040204020203" pitchFamily="34" charset="0"/>
              </a:defRPr>
            </a:lvl4pPr>
            <a:lvl5pPr>
              <a:defRPr>
                <a:latin typeface="Segoe UI" panose="020B0502040204020203" pitchFamily="34" charset="0"/>
                <a:cs typeface="Segoe UI" panose="020B050204020402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DB0D11A2-D5EA-5E18-1F2E-EE0B8C60D8B5}"/>
              </a:ext>
            </a:extLst>
          </p:cNvPr>
          <p:cNvSpPr>
            <a:spLocks noGrp="1"/>
          </p:cNvSpPr>
          <p:nvPr>
            <p:ph type="dt" sz="half" idx="10"/>
          </p:nvPr>
        </p:nvSpPr>
        <p:spPr/>
        <p:txBody>
          <a:bodyPr/>
          <a:lstStyle/>
          <a:p>
            <a:fld id="{3B08732B-7A0C-4683-8680-95CC6002C5D5}" type="datetimeFigureOut">
              <a:rPr lang="en-US" smtClean="0"/>
              <a:t>1/23/2024</a:t>
            </a:fld>
            <a:endParaRPr lang="en-US"/>
          </a:p>
        </p:txBody>
      </p:sp>
      <p:sp>
        <p:nvSpPr>
          <p:cNvPr id="8" name="Footer Placeholder 7">
            <a:extLst>
              <a:ext uri="{FF2B5EF4-FFF2-40B4-BE49-F238E27FC236}">
                <a16:creationId xmlns:a16="http://schemas.microsoft.com/office/drawing/2014/main" id="{F3C4A8D3-913F-08F4-3E31-F76574EF037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F2A2A67-AC4C-14CE-74F8-B67AE082182F}"/>
              </a:ext>
            </a:extLst>
          </p:cNvPr>
          <p:cNvSpPr>
            <a:spLocks noGrp="1"/>
          </p:cNvSpPr>
          <p:nvPr>
            <p:ph type="sldNum" sz="quarter" idx="12"/>
          </p:nvPr>
        </p:nvSpPr>
        <p:spPr/>
        <p:txBody>
          <a:bodyPr/>
          <a:lstStyle/>
          <a:p>
            <a:fld id="{D02525C4-E2BF-457D-B3E6-B535884A1D08}" type="slidenum">
              <a:rPr lang="en-US" smtClean="0"/>
              <a:t>‹#›</a:t>
            </a:fld>
            <a:endParaRPr lang="en-US"/>
          </a:p>
        </p:txBody>
      </p:sp>
    </p:spTree>
    <p:extLst>
      <p:ext uri="{BB962C8B-B14F-4D97-AF65-F5344CB8AC3E}">
        <p14:creationId xmlns:p14="http://schemas.microsoft.com/office/powerpoint/2010/main" val="203015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0B796-4C49-D6C5-EA54-FBA00E0553DA}"/>
              </a:ext>
            </a:extLst>
          </p:cNvPr>
          <p:cNvSpPr>
            <a:spLocks noGrp="1"/>
          </p:cNvSpPr>
          <p:nvPr>
            <p:ph type="title"/>
          </p:nvPr>
        </p:nvSpPr>
        <p:spPr/>
        <p:txBody>
          <a:bodyPr/>
          <a:lstStyle>
            <a:lvl1pPr algn="ctr">
              <a:defRPr>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Date Placeholder 2">
            <a:extLst>
              <a:ext uri="{FF2B5EF4-FFF2-40B4-BE49-F238E27FC236}">
                <a16:creationId xmlns:a16="http://schemas.microsoft.com/office/drawing/2014/main" id="{21DD6D0C-D127-DF6D-FD07-9CE65FED2F7A}"/>
              </a:ext>
            </a:extLst>
          </p:cNvPr>
          <p:cNvSpPr>
            <a:spLocks noGrp="1"/>
          </p:cNvSpPr>
          <p:nvPr>
            <p:ph type="dt" sz="half" idx="10"/>
          </p:nvPr>
        </p:nvSpPr>
        <p:spPr/>
        <p:txBody>
          <a:bodyPr/>
          <a:lstStyle/>
          <a:p>
            <a:fld id="{3B08732B-7A0C-4683-8680-95CC6002C5D5}" type="datetimeFigureOut">
              <a:rPr lang="en-US" smtClean="0"/>
              <a:t>1/23/2024</a:t>
            </a:fld>
            <a:endParaRPr lang="en-US"/>
          </a:p>
        </p:txBody>
      </p:sp>
      <p:sp>
        <p:nvSpPr>
          <p:cNvPr id="4" name="Footer Placeholder 3">
            <a:extLst>
              <a:ext uri="{FF2B5EF4-FFF2-40B4-BE49-F238E27FC236}">
                <a16:creationId xmlns:a16="http://schemas.microsoft.com/office/drawing/2014/main" id="{948361EB-48E7-4D64-B891-DC0639A6DD3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A73A093-03D3-ADD2-7469-83E3B69FC2D6}"/>
              </a:ext>
            </a:extLst>
          </p:cNvPr>
          <p:cNvSpPr>
            <a:spLocks noGrp="1"/>
          </p:cNvSpPr>
          <p:nvPr>
            <p:ph type="sldNum" sz="quarter" idx="12"/>
          </p:nvPr>
        </p:nvSpPr>
        <p:spPr/>
        <p:txBody>
          <a:bodyPr/>
          <a:lstStyle/>
          <a:p>
            <a:fld id="{D02525C4-E2BF-457D-B3E6-B535884A1D08}" type="slidenum">
              <a:rPr lang="en-US" smtClean="0"/>
              <a:t>‹#›</a:t>
            </a:fld>
            <a:endParaRPr lang="en-US"/>
          </a:p>
        </p:txBody>
      </p:sp>
    </p:spTree>
    <p:extLst>
      <p:ext uri="{BB962C8B-B14F-4D97-AF65-F5344CB8AC3E}">
        <p14:creationId xmlns:p14="http://schemas.microsoft.com/office/powerpoint/2010/main" val="10071363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948F8E2-4242-C25C-74FF-9FA32A76D3FA}"/>
              </a:ext>
            </a:extLst>
          </p:cNvPr>
          <p:cNvSpPr>
            <a:spLocks noGrp="1"/>
          </p:cNvSpPr>
          <p:nvPr>
            <p:ph type="dt" sz="half" idx="10"/>
          </p:nvPr>
        </p:nvSpPr>
        <p:spPr/>
        <p:txBody>
          <a:bodyPr/>
          <a:lstStyle/>
          <a:p>
            <a:fld id="{3B08732B-7A0C-4683-8680-95CC6002C5D5}" type="datetimeFigureOut">
              <a:rPr lang="en-US" smtClean="0"/>
              <a:t>1/23/2024</a:t>
            </a:fld>
            <a:endParaRPr lang="en-US"/>
          </a:p>
        </p:txBody>
      </p:sp>
      <p:sp>
        <p:nvSpPr>
          <p:cNvPr id="3" name="Footer Placeholder 2">
            <a:extLst>
              <a:ext uri="{FF2B5EF4-FFF2-40B4-BE49-F238E27FC236}">
                <a16:creationId xmlns:a16="http://schemas.microsoft.com/office/drawing/2014/main" id="{ABE564DF-0095-7FB9-8AC7-8F9751823E1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4D223D7-E788-D1E1-87B8-C3FD4EC2E785}"/>
              </a:ext>
            </a:extLst>
          </p:cNvPr>
          <p:cNvSpPr>
            <a:spLocks noGrp="1"/>
          </p:cNvSpPr>
          <p:nvPr>
            <p:ph type="sldNum" sz="quarter" idx="12"/>
          </p:nvPr>
        </p:nvSpPr>
        <p:spPr/>
        <p:txBody>
          <a:bodyPr/>
          <a:lstStyle/>
          <a:p>
            <a:fld id="{D02525C4-E2BF-457D-B3E6-B535884A1D08}" type="slidenum">
              <a:rPr lang="en-US" smtClean="0"/>
              <a:t>‹#›</a:t>
            </a:fld>
            <a:endParaRPr lang="en-US"/>
          </a:p>
        </p:txBody>
      </p:sp>
    </p:spTree>
    <p:extLst>
      <p:ext uri="{BB962C8B-B14F-4D97-AF65-F5344CB8AC3E}">
        <p14:creationId xmlns:p14="http://schemas.microsoft.com/office/powerpoint/2010/main" val="5087617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C4337-1319-1108-D77C-BAE61AE5EE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D235763-CEDF-05FB-B13F-6A6FB74DD3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3B93E3D-D941-C25F-2FA7-56FBE2A1FC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2FEB31-1EA5-BCF8-E0DD-439512C0E4D1}"/>
              </a:ext>
            </a:extLst>
          </p:cNvPr>
          <p:cNvSpPr>
            <a:spLocks noGrp="1"/>
          </p:cNvSpPr>
          <p:nvPr>
            <p:ph type="dt" sz="half" idx="10"/>
          </p:nvPr>
        </p:nvSpPr>
        <p:spPr/>
        <p:txBody>
          <a:bodyPr/>
          <a:lstStyle/>
          <a:p>
            <a:fld id="{3B08732B-7A0C-4683-8680-95CC6002C5D5}" type="datetimeFigureOut">
              <a:rPr lang="en-US" smtClean="0"/>
              <a:t>1/23/2024</a:t>
            </a:fld>
            <a:endParaRPr lang="en-US"/>
          </a:p>
        </p:txBody>
      </p:sp>
      <p:sp>
        <p:nvSpPr>
          <p:cNvPr id="6" name="Footer Placeholder 5">
            <a:extLst>
              <a:ext uri="{FF2B5EF4-FFF2-40B4-BE49-F238E27FC236}">
                <a16:creationId xmlns:a16="http://schemas.microsoft.com/office/drawing/2014/main" id="{0B8D069B-1238-819D-3B2A-AD22E485E6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41E034-EE7A-52D7-4427-BCF34A4DD299}"/>
              </a:ext>
            </a:extLst>
          </p:cNvPr>
          <p:cNvSpPr>
            <a:spLocks noGrp="1"/>
          </p:cNvSpPr>
          <p:nvPr>
            <p:ph type="sldNum" sz="quarter" idx="12"/>
          </p:nvPr>
        </p:nvSpPr>
        <p:spPr/>
        <p:txBody>
          <a:bodyPr/>
          <a:lstStyle/>
          <a:p>
            <a:fld id="{D02525C4-E2BF-457D-B3E6-B535884A1D08}" type="slidenum">
              <a:rPr lang="en-US" smtClean="0"/>
              <a:t>‹#›</a:t>
            </a:fld>
            <a:endParaRPr lang="en-US"/>
          </a:p>
        </p:txBody>
      </p:sp>
    </p:spTree>
    <p:extLst>
      <p:ext uri="{BB962C8B-B14F-4D97-AF65-F5344CB8AC3E}">
        <p14:creationId xmlns:p14="http://schemas.microsoft.com/office/powerpoint/2010/main" val="4112705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46DA9-2489-6C99-ADA6-7104BCB52B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9F5637-3B83-59DC-7E7C-C9225F36B7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0C316A6-2FB4-509A-604C-E84BF91EE9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1B7378-B44A-80A2-6342-AFDEA5B57922}"/>
              </a:ext>
            </a:extLst>
          </p:cNvPr>
          <p:cNvSpPr>
            <a:spLocks noGrp="1"/>
          </p:cNvSpPr>
          <p:nvPr>
            <p:ph type="dt" sz="half" idx="10"/>
          </p:nvPr>
        </p:nvSpPr>
        <p:spPr/>
        <p:txBody>
          <a:bodyPr/>
          <a:lstStyle/>
          <a:p>
            <a:fld id="{3B08732B-7A0C-4683-8680-95CC6002C5D5}" type="datetimeFigureOut">
              <a:rPr lang="en-US" smtClean="0"/>
              <a:t>1/23/2024</a:t>
            </a:fld>
            <a:endParaRPr lang="en-US"/>
          </a:p>
        </p:txBody>
      </p:sp>
      <p:sp>
        <p:nvSpPr>
          <p:cNvPr id="6" name="Footer Placeholder 5">
            <a:extLst>
              <a:ext uri="{FF2B5EF4-FFF2-40B4-BE49-F238E27FC236}">
                <a16:creationId xmlns:a16="http://schemas.microsoft.com/office/drawing/2014/main" id="{05A37CDF-D713-1B59-0148-1A9C156D4A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33BE38-0912-38DC-A069-F648259B6444}"/>
              </a:ext>
            </a:extLst>
          </p:cNvPr>
          <p:cNvSpPr>
            <a:spLocks noGrp="1"/>
          </p:cNvSpPr>
          <p:nvPr>
            <p:ph type="sldNum" sz="quarter" idx="12"/>
          </p:nvPr>
        </p:nvSpPr>
        <p:spPr/>
        <p:txBody>
          <a:bodyPr/>
          <a:lstStyle/>
          <a:p>
            <a:fld id="{D02525C4-E2BF-457D-B3E6-B535884A1D08}" type="slidenum">
              <a:rPr lang="en-US" smtClean="0"/>
              <a:t>‹#›</a:t>
            </a:fld>
            <a:endParaRPr lang="en-US"/>
          </a:p>
        </p:txBody>
      </p:sp>
    </p:spTree>
    <p:extLst>
      <p:ext uri="{BB962C8B-B14F-4D97-AF65-F5344CB8AC3E}">
        <p14:creationId xmlns:p14="http://schemas.microsoft.com/office/powerpoint/2010/main" val="30890411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12175-2038-A0F6-0C57-A956E59EF1B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9853267-9685-10D4-0740-83A1929D0F2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556DAE-22ED-B6B2-2D40-87ED93D52BD1}"/>
              </a:ext>
            </a:extLst>
          </p:cNvPr>
          <p:cNvSpPr>
            <a:spLocks noGrp="1"/>
          </p:cNvSpPr>
          <p:nvPr>
            <p:ph type="dt" sz="half" idx="10"/>
          </p:nvPr>
        </p:nvSpPr>
        <p:spPr/>
        <p:txBody>
          <a:bodyPr/>
          <a:lstStyle/>
          <a:p>
            <a:fld id="{3B08732B-7A0C-4683-8680-95CC6002C5D5}" type="datetimeFigureOut">
              <a:rPr lang="en-US" smtClean="0"/>
              <a:t>1/23/2024</a:t>
            </a:fld>
            <a:endParaRPr lang="en-US"/>
          </a:p>
        </p:txBody>
      </p:sp>
      <p:sp>
        <p:nvSpPr>
          <p:cNvPr id="5" name="Footer Placeholder 4">
            <a:extLst>
              <a:ext uri="{FF2B5EF4-FFF2-40B4-BE49-F238E27FC236}">
                <a16:creationId xmlns:a16="http://schemas.microsoft.com/office/drawing/2014/main" id="{BD73C8DC-CADD-8226-16BF-231F183645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529489-3513-A365-3736-85D4F2C9565C}"/>
              </a:ext>
            </a:extLst>
          </p:cNvPr>
          <p:cNvSpPr>
            <a:spLocks noGrp="1"/>
          </p:cNvSpPr>
          <p:nvPr>
            <p:ph type="sldNum" sz="quarter" idx="12"/>
          </p:nvPr>
        </p:nvSpPr>
        <p:spPr/>
        <p:txBody>
          <a:bodyPr/>
          <a:lstStyle/>
          <a:p>
            <a:fld id="{D02525C4-E2BF-457D-B3E6-B535884A1D08}" type="slidenum">
              <a:rPr lang="en-US" smtClean="0"/>
              <a:t>‹#›</a:t>
            </a:fld>
            <a:endParaRPr lang="en-US"/>
          </a:p>
        </p:txBody>
      </p:sp>
    </p:spTree>
    <p:extLst>
      <p:ext uri="{BB962C8B-B14F-4D97-AF65-F5344CB8AC3E}">
        <p14:creationId xmlns:p14="http://schemas.microsoft.com/office/powerpoint/2010/main" val="19719979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A780BA-7114-9532-C9EF-E2D88190DE1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17937C8-D4E5-8285-641C-795BE8D3C25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D9DD75-7403-1922-8A3F-48538F9193FC}"/>
              </a:ext>
            </a:extLst>
          </p:cNvPr>
          <p:cNvSpPr>
            <a:spLocks noGrp="1"/>
          </p:cNvSpPr>
          <p:nvPr>
            <p:ph type="dt" sz="half" idx="10"/>
          </p:nvPr>
        </p:nvSpPr>
        <p:spPr/>
        <p:txBody>
          <a:bodyPr/>
          <a:lstStyle/>
          <a:p>
            <a:fld id="{3B08732B-7A0C-4683-8680-95CC6002C5D5}" type="datetimeFigureOut">
              <a:rPr lang="en-US" smtClean="0"/>
              <a:t>1/23/2024</a:t>
            </a:fld>
            <a:endParaRPr lang="en-US"/>
          </a:p>
        </p:txBody>
      </p:sp>
      <p:sp>
        <p:nvSpPr>
          <p:cNvPr id="5" name="Footer Placeholder 4">
            <a:extLst>
              <a:ext uri="{FF2B5EF4-FFF2-40B4-BE49-F238E27FC236}">
                <a16:creationId xmlns:a16="http://schemas.microsoft.com/office/drawing/2014/main" id="{FFADEC5A-A5EF-7187-94E9-3383C31E8A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1C5927-F62D-0295-1B57-B2B3BB05AC64}"/>
              </a:ext>
            </a:extLst>
          </p:cNvPr>
          <p:cNvSpPr>
            <a:spLocks noGrp="1"/>
          </p:cNvSpPr>
          <p:nvPr>
            <p:ph type="sldNum" sz="quarter" idx="12"/>
          </p:nvPr>
        </p:nvSpPr>
        <p:spPr/>
        <p:txBody>
          <a:bodyPr/>
          <a:lstStyle/>
          <a:p>
            <a:fld id="{D02525C4-E2BF-457D-B3E6-B535884A1D08}" type="slidenum">
              <a:rPr lang="en-US" smtClean="0"/>
              <a:t>‹#›</a:t>
            </a:fld>
            <a:endParaRPr lang="en-US"/>
          </a:p>
        </p:txBody>
      </p:sp>
    </p:spTree>
    <p:extLst>
      <p:ext uri="{BB962C8B-B14F-4D97-AF65-F5344CB8AC3E}">
        <p14:creationId xmlns:p14="http://schemas.microsoft.com/office/powerpoint/2010/main" val="41742651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818B484-268B-A3C3-3B1F-404AD9C3A343}"/>
              </a:ext>
            </a:extLst>
          </p:cNvPr>
          <p:cNvSpPr>
            <a:spLocks noGrp="1"/>
          </p:cNvSpPr>
          <p:nvPr>
            <p:ph type="title"/>
          </p:nvPr>
        </p:nvSpPr>
        <p:spPr>
          <a:xfrm>
            <a:off x="838200" y="0"/>
            <a:ext cx="10515600" cy="115374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F64E359-3445-B03D-B54D-4760385879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B5555A8-8BDC-49C9-7728-7E05FCCB0D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08732B-7A0C-4683-8680-95CC6002C5D5}" type="datetimeFigureOut">
              <a:rPr lang="en-US" smtClean="0"/>
              <a:t>1/23/2024</a:t>
            </a:fld>
            <a:endParaRPr lang="en-US"/>
          </a:p>
        </p:txBody>
      </p:sp>
      <p:sp>
        <p:nvSpPr>
          <p:cNvPr id="5" name="Footer Placeholder 4">
            <a:extLst>
              <a:ext uri="{FF2B5EF4-FFF2-40B4-BE49-F238E27FC236}">
                <a16:creationId xmlns:a16="http://schemas.microsoft.com/office/drawing/2014/main" id="{51BD81FC-AD9E-AB18-709D-D75BA7AF8A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B2F502D-0C6C-437D-0395-1FFDCE0705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2525C4-E2BF-457D-B3E6-B535884A1D08}" type="slidenum">
              <a:rPr lang="en-US" smtClean="0"/>
              <a:t>‹#›</a:t>
            </a:fld>
            <a:endParaRPr lang="en-US"/>
          </a:p>
        </p:txBody>
      </p:sp>
    </p:spTree>
    <p:extLst>
      <p:ext uri="{BB962C8B-B14F-4D97-AF65-F5344CB8AC3E}">
        <p14:creationId xmlns:p14="http://schemas.microsoft.com/office/powerpoint/2010/main" val="2111935806"/>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defTabSz="914400" rtl="0" eaLnBrk="1" latinLnBrk="0" hangingPunct="1">
        <a:lnSpc>
          <a:spcPct val="90000"/>
        </a:lnSpc>
        <a:spcBef>
          <a:spcPct val="0"/>
        </a:spcBef>
        <a:buNone/>
        <a:defRPr sz="4400" kern="1200">
          <a:solidFill>
            <a:schemeClr val="tx1"/>
          </a:solidFill>
          <a:latin typeface="Segoe UI Black" panose="020B0A02040204020203" pitchFamily="34" charset="0"/>
          <a:ea typeface="Segoe UI Black" panose="020B0A02040204020203"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emf"/><Relationship Id="rId4" Type="http://schemas.openxmlformats.org/officeDocument/2006/relationships/hyperlink" Target="https://www.youtube.com/watch?v=KF6sLCeBj0s"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www.youtube.com/watch?time_continue=25&amp;v=CqFIVCD1WWo&amp;feature=emb_logo"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hyperlink" Target="https://www.youtube.com/watch?v=CqFIVCD1WWo&amp;t=25s" TargetMode="Externa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www.youtube.com/watch?v=e77NkSjnyH4"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6.emf"/></Relationships>
</file>

<file path=ppt/slides/_rels/slide37.xml.rels><?xml version="1.0" encoding="UTF-8" standalone="yes"?>
<Relationships xmlns="http://schemas.openxmlformats.org/package/2006/relationships"><Relationship Id="rId3" Type="http://schemas.openxmlformats.org/officeDocument/2006/relationships/hyperlink" Target="https://youtu.be/VtzwiwkfUh0" TargetMode="External"/><Relationship Id="rId7" Type="http://schemas.openxmlformats.org/officeDocument/2006/relationships/image" Target="../media/image19.emf"/><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8.emf"/><Relationship Id="rId5" Type="http://schemas.openxmlformats.org/officeDocument/2006/relationships/hyperlink" Target="https://arxiv.org/abs/1902.01724v3" TargetMode="External"/><Relationship Id="rId4" Type="http://schemas.openxmlformats.org/officeDocument/2006/relationships/image" Target="../media/image17.png"/></Relationships>
</file>

<file path=ppt/slides/_rels/slide38.xml.rels><?xml version="1.0" encoding="UTF-8" standalone="yes"?>
<Relationships xmlns="http://schemas.openxmlformats.org/package/2006/relationships"><Relationship Id="rId2" Type="http://schemas.openxmlformats.org/officeDocument/2006/relationships/hyperlink" Target="https://www.youtube.com/watch?v=8FHBh_OmdsM"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www.youtube.com/watch?v=cUTMhmVh1qs&amp;t=18s" TargetMode="External"/><Relationship Id="rId2" Type="http://schemas.openxmlformats.org/officeDocument/2006/relationships/hyperlink" Target="https://www.youtube.com/watch?time_continue=1&amp;v=aFwVf5a3pZM&amp;feature=emb_logo" TargetMode="External"/><Relationship Id="rId1" Type="http://schemas.openxmlformats.org/officeDocument/2006/relationships/slideLayout" Target="../slideLayouts/slideLayout2.xml"/><Relationship Id="rId5" Type="http://schemas.openxmlformats.org/officeDocument/2006/relationships/image" Target="../media/image21.emf"/><Relationship Id="rId4" Type="http://schemas.openxmlformats.org/officeDocument/2006/relationships/image" Target="../media/image20.emf"/></Relationships>
</file>

<file path=ppt/slides/_rels/slide43.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DA299-E91F-BA12-04B7-0CFE9CCC7171}"/>
              </a:ext>
            </a:extLst>
          </p:cNvPr>
          <p:cNvSpPr>
            <a:spLocks noGrp="1"/>
          </p:cNvSpPr>
          <p:nvPr>
            <p:ph type="ctrTitle"/>
          </p:nvPr>
        </p:nvSpPr>
        <p:spPr>
          <a:solidFill>
            <a:schemeClr val="bg1"/>
          </a:solidFill>
        </p:spPr>
        <p:txBody>
          <a:bodyPr>
            <a:normAutofit/>
          </a:bodyPr>
          <a:lstStyle/>
          <a:p>
            <a:r>
              <a:rPr lang="en-US" dirty="0">
                <a:latin typeface="+mj-lt"/>
              </a:rPr>
              <a:t>Games to A.I.</a:t>
            </a:r>
          </a:p>
        </p:txBody>
      </p:sp>
      <p:sp>
        <p:nvSpPr>
          <p:cNvPr id="3" name="Subtitle 2">
            <a:extLst>
              <a:ext uri="{FF2B5EF4-FFF2-40B4-BE49-F238E27FC236}">
                <a16:creationId xmlns:a16="http://schemas.microsoft.com/office/drawing/2014/main" id="{BCC70001-32CF-6E53-418F-ABA03B78BB71}"/>
              </a:ext>
            </a:extLst>
          </p:cNvPr>
          <p:cNvSpPr>
            <a:spLocks noGrp="1"/>
          </p:cNvSpPr>
          <p:nvPr>
            <p:ph type="subTitle" idx="1"/>
          </p:nvPr>
        </p:nvSpPr>
        <p:spPr>
          <a:solidFill>
            <a:schemeClr val="bg1"/>
          </a:solidFill>
        </p:spPr>
        <p:txBody>
          <a:bodyPr/>
          <a:lstStyle/>
          <a:p>
            <a:r>
              <a:rPr lang="en-US" dirty="0">
                <a:latin typeface="+mn-lt"/>
              </a:rPr>
              <a:t>ITAI 1370  Module 03   Spring 2024</a:t>
            </a:r>
          </a:p>
        </p:txBody>
      </p:sp>
    </p:spTree>
    <p:extLst>
      <p:ext uri="{BB962C8B-B14F-4D97-AF65-F5344CB8AC3E}">
        <p14:creationId xmlns:p14="http://schemas.microsoft.com/office/powerpoint/2010/main" val="21354001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41608-EB3B-7C61-DA68-A1B676B6C34F}"/>
              </a:ext>
            </a:extLst>
          </p:cNvPr>
          <p:cNvSpPr>
            <a:spLocks noGrp="1"/>
          </p:cNvSpPr>
          <p:nvPr>
            <p:ph type="title"/>
          </p:nvPr>
        </p:nvSpPr>
        <p:spPr>
          <a:xfrm>
            <a:off x="838200" y="104166"/>
            <a:ext cx="10515600" cy="1153741"/>
          </a:xfrm>
        </p:spPr>
        <p:txBody>
          <a:bodyPr>
            <a:normAutofit/>
          </a:bodyPr>
          <a:lstStyle/>
          <a:p>
            <a:pPr algn="l"/>
            <a:r>
              <a:rPr lang="en-US" sz="4200" b="1" i="0" dirty="0">
                <a:effectLst/>
              </a:rPr>
              <a:t> Latest News </a:t>
            </a:r>
          </a:p>
        </p:txBody>
      </p:sp>
      <p:sp>
        <p:nvSpPr>
          <p:cNvPr id="3" name="Content Placeholder 2">
            <a:extLst>
              <a:ext uri="{FF2B5EF4-FFF2-40B4-BE49-F238E27FC236}">
                <a16:creationId xmlns:a16="http://schemas.microsoft.com/office/drawing/2014/main" id="{747625DB-C81B-5618-7F81-E7CC41E3DF5F}"/>
              </a:ext>
            </a:extLst>
          </p:cNvPr>
          <p:cNvSpPr>
            <a:spLocks noGrp="1"/>
          </p:cNvSpPr>
          <p:nvPr>
            <p:ph idx="1"/>
          </p:nvPr>
        </p:nvSpPr>
        <p:spPr>
          <a:xfrm>
            <a:off x="838200" y="2429691"/>
            <a:ext cx="10515600" cy="3747272"/>
          </a:xfrm>
        </p:spPr>
        <p:txBody>
          <a:bodyPr/>
          <a:lstStyle/>
          <a:p>
            <a:pPr marL="0" indent="0">
              <a:buNone/>
            </a:pPr>
            <a:endParaRPr lang="en-US" dirty="0"/>
          </a:p>
        </p:txBody>
      </p:sp>
    </p:spTree>
    <p:extLst>
      <p:ext uri="{BB962C8B-B14F-4D97-AF65-F5344CB8AC3E}">
        <p14:creationId xmlns:p14="http://schemas.microsoft.com/office/powerpoint/2010/main" val="25010572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E9940-ACEE-18A8-8831-DA801E3426B1}"/>
              </a:ext>
            </a:extLst>
          </p:cNvPr>
          <p:cNvSpPr>
            <a:spLocks noGrp="1"/>
          </p:cNvSpPr>
          <p:nvPr>
            <p:ph type="title"/>
          </p:nvPr>
        </p:nvSpPr>
        <p:spPr/>
        <p:txBody>
          <a:bodyPr/>
          <a:lstStyle/>
          <a:p>
            <a:r>
              <a:rPr lang="en-US" dirty="0"/>
              <a:t>Last Class Recap</a:t>
            </a:r>
          </a:p>
        </p:txBody>
      </p:sp>
      <p:sp>
        <p:nvSpPr>
          <p:cNvPr id="3" name="Content Placeholder 2">
            <a:extLst>
              <a:ext uri="{FF2B5EF4-FFF2-40B4-BE49-F238E27FC236}">
                <a16:creationId xmlns:a16="http://schemas.microsoft.com/office/drawing/2014/main" id="{E1504A65-3B11-2A77-D0D8-0B0B9AF90D4B}"/>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0341259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72DA9-99C4-75A3-956A-78FA5F5E87C2}"/>
              </a:ext>
            </a:extLst>
          </p:cNvPr>
          <p:cNvSpPr>
            <a:spLocks noGrp="1"/>
          </p:cNvSpPr>
          <p:nvPr>
            <p:ph type="title"/>
          </p:nvPr>
        </p:nvSpPr>
        <p:spPr/>
        <p:txBody>
          <a:bodyPr/>
          <a:lstStyle/>
          <a:p>
            <a:r>
              <a:rPr lang="en-US" dirty="0">
                <a:latin typeface="+mj-lt"/>
              </a:rPr>
              <a:t>Key Points</a:t>
            </a:r>
          </a:p>
        </p:txBody>
      </p:sp>
      <p:sp>
        <p:nvSpPr>
          <p:cNvPr id="3" name="Content Placeholder 2">
            <a:extLst>
              <a:ext uri="{FF2B5EF4-FFF2-40B4-BE49-F238E27FC236}">
                <a16:creationId xmlns:a16="http://schemas.microsoft.com/office/drawing/2014/main" id="{8347CE8D-DBC9-6340-5F5D-1C2CCEADD3BD}"/>
              </a:ext>
            </a:extLst>
          </p:cNvPr>
          <p:cNvSpPr>
            <a:spLocks noGrp="1"/>
          </p:cNvSpPr>
          <p:nvPr>
            <p:ph idx="1"/>
          </p:nvPr>
        </p:nvSpPr>
        <p:spPr>
          <a:xfrm>
            <a:off x="653143" y="1153742"/>
            <a:ext cx="10700657" cy="5023222"/>
          </a:xfrm>
        </p:spPr>
        <p:txBody>
          <a:bodyPr>
            <a:normAutofit fontScale="85000" lnSpcReduction="20000"/>
          </a:bodyPr>
          <a:lstStyle/>
          <a:p>
            <a:pPr marL="457200" lvl="1" indent="0">
              <a:buNone/>
            </a:pPr>
            <a:r>
              <a:rPr lang="en-US" dirty="0"/>
              <a:t>1.	Historical Context</a:t>
            </a:r>
          </a:p>
          <a:p>
            <a:pPr marL="457200" lvl="1" indent="0">
              <a:buNone/>
            </a:pPr>
            <a:r>
              <a:rPr lang="en-US" dirty="0"/>
              <a:t>	Early games like chess and Go served as benchmarks for computational complexity.</a:t>
            </a:r>
          </a:p>
          <a:p>
            <a:pPr marL="457200" lvl="1" indent="0">
              <a:buNone/>
            </a:pPr>
            <a:endParaRPr lang="en-US" sz="900" dirty="0"/>
          </a:p>
          <a:p>
            <a:pPr marL="457200" lvl="1" indent="0">
              <a:buNone/>
            </a:pPr>
            <a:r>
              <a:rPr lang="en-US" dirty="0"/>
              <a:t>2.	Algorithm Development</a:t>
            </a:r>
          </a:p>
          <a:p>
            <a:pPr marL="457200" lvl="1" indent="0">
              <a:buNone/>
            </a:pPr>
            <a:r>
              <a:rPr lang="en-US" dirty="0"/>
              <a:t>	Algorithms like Minimax and Alpha-Beta Pruning were developed to tackle game 	decision trees.</a:t>
            </a:r>
          </a:p>
          <a:p>
            <a:pPr marL="457200" lvl="1" indent="0">
              <a:buNone/>
            </a:pPr>
            <a:endParaRPr lang="en-US" sz="900" dirty="0"/>
          </a:p>
          <a:p>
            <a:pPr marL="457200" lvl="1" indent="0">
              <a:buNone/>
            </a:pPr>
            <a:r>
              <a:rPr lang="en-US" dirty="0"/>
              <a:t>3.	Problem-Solving Framework</a:t>
            </a:r>
          </a:p>
          <a:p>
            <a:pPr marL="457200" lvl="1" indent="0">
              <a:buNone/>
            </a:pPr>
            <a:r>
              <a:rPr lang="en-US" dirty="0"/>
              <a:t>	Games provided a closed environment with defined rules for testing AI strategies.</a:t>
            </a:r>
          </a:p>
          <a:p>
            <a:pPr marL="457200" lvl="1" indent="0">
              <a:buNone/>
            </a:pPr>
            <a:endParaRPr lang="en-US" sz="900" dirty="0"/>
          </a:p>
          <a:p>
            <a:pPr marL="457200" lvl="1" indent="0">
              <a:buNone/>
            </a:pPr>
            <a:r>
              <a:rPr lang="en-US" dirty="0"/>
              <a:t>4.	Learning Mechanisms</a:t>
            </a:r>
          </a:p>
          <a:p>
            <a:pPr marL="457200" lvl="1" indent="0">
              <a:buNone/>
            </a:pPr>
            <a:r>
              <a:rPr lang="en-US" dirty="0"/>
              <a:t>	Techniques like Reinforcement Learning and Neural Networks were fine-tuned using 	games.</a:t>
            </a:r>
          </a:p>
          <a:p>
            <a:pPr marL="457200" lvl="1" indent="0">
              <a:buNone/>
            </a:pPr>
            <a:endParaRPr lang="en-US" sz="1000" dirty="0"/>
          </a:p>
          <a:p>
            <a:pPr marL="457200" lvl="1" indent="0">
              <a:buNone/>
            </a:pPr>
            <a:r>
              <a:rPr lang="en-US" dirty="0"/>
              <a:t>5.	Human-AI Interaction</a:t>
            </a:r>
          </a:p>
          <a:p>
            <a:pPr marL="457200" lvl="1" indent="0">
              <a:buNone/>
            </a:pPr>
            <a:r>
              <a:rPr lang="en-US" dirty="0"/>
              <a:t>	Games like poker showcased the necessity of bluffing and understanding human 	psychology.</a:t>
            </a:r>
          </a:p>
          <a:p>
            <a:pPr marL="457200" lvl="1" indent="0">
              <a:buNone/>
            </a:pPr>
            <a:endParaRPr lang="en-US" sz="1100" dirty="0"/>
          </a:p>
          <a:p>
            <a:pPr marL="457200" lvl="1" indent="0">
              <a:buNone/>
            </a:pPr>
            <a:r>
              <a:rPr lang="en-US" dirty="0"/>
              <a:t>6.	Real-world Applications</a:t>
            </a:r>
          </a:p>
          <a:p>
            <a:pPr marL="457200" lvl="1" indent="0">
              <a:buNone/>
            </a:pPr>
            <a:r>
              <a:rPr lang="en-US" dirty="0"/>
              <a:t>	Game algorithms extend to fields like robotics, finance, and healthcare</a:t>
            </a:r>
          </a:p>
          <a:p>
            <a:pPr marL="457200" lvl="1" indent="0">
              <a:buNone/>
            </a:pPr>
            <a:endParaRPr lang="en-US" dirty="0"/>
          </a:p>
          <a:p>
            <a:pPr marL="457200" lvl="1" indent="0">
              <a:buNone/>
            </a:pPr>
            <a:endParaRPr lang="en-US" dirty="0"/>
          </a:p>
        </p:txBody>
      </p:sp>
    </p:spTree>
    <p:extLst>
      <p:ext uri="{BB962C8B-B14F-4D97-AF65-F5344CB8AC3E}">
        <p14:creationId xmlns:p14="http://schemas.microsoft.com/office/powerpoint/2010/main" val="26858113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81B18-4C7C-AC68-D314-F1B308112F77}"/>
              </a:ext>
            </a:extLst>
          </p:cNvPr>
          <p:cNvSpPr>
            <a:spLocks noGrp="1"/>
          </p:cNvSpPr>
          <p:nvPr>
            <p:ph type="title"/>
          </p:nvPr>
        </p:nvSpPr>
        <p:spPr/>
        <p:txBody>
          <a:bodyPr>
            <a:normAutofit fontScale="90000"/>
          </a:bodyPr>
          <a:lstStyle/>
          <a:p>
            <a:br>
              <a:rPr lang="en-US" dirty="0"/>
            </a:br>
            <a:r>
              <a:rPr lang="en-US" b="1" i="0" dirty="0">
                <a:effectLst/>
                <a:latin typeface="Söhne"/>
              </a:rPr>
              <a:t>The Foundational Role of Games in AI</a:t>
            </a:r>
            <a:endParaRPr lang="en-US" dirty="0"/>
          </a:p>
        </p:txBody>
      </p:sp>
      <p:sp>
        <p:nvSpPr>
          <p:cNvPr id="3" name="Content Placeholder 2">
            <a:extLst>
              <a:ext uri="{FF2B5EF4-FFF2-40B4-BE49-F238E27FC236}">
                <a16:creationId xmlns:a16="http://schemas.microsoft.com/office/drawing/2014/main" id="{90598DD8-48BF-C425-BCDC-6C4A2ECF5542}"/>
              </a:ext>
            </a:extLst>
          </p:cNvPr>
          <p:cNvSpPr>
            <a:spLocks noGrp="1"/>
          </p:cNvSpPr>
          <p:nvPr>
            <p:ph idx="1"/>
          </p:nvPr>
        </p:nvSpPr>
        <p:spPr>
          <a:xfrm>
            <a:off x="838200" y="2324100"/>
            <a:ext cx="10515600" cy="3573462"/>
          </a:xfrm>
        </p:spPr>
        <p:txBody>
          <a:bodyPr/>
          <a:lstStyle/>
          <a:p>
            <a:pPr marL="0" indent="0">
              <a:buNone/>
            </a:pPr>
            <a:r>
              <a:rPr lang="en-US" b="0" i="0" dirty="0">
                <a:solidFill>
                  <a:srgbClr val="D1D5DB"/>
                </a:solidFill>
                <a:effectLst/>
                <a:latin typeface="Söhne"/>
              </a:rPr>
              <a:t>"Historically, games have been the arenas where AI's capabilities were put to the test. From the early days of chess to the modern, sophisticated games, each has played a pivotal role in shaping AI's strategic development. Today, we explore this rich history and its impact on AI's evolutionary path."</a:t>
            </a:r>
            <a:r>
              <a:rPr lang="en-US" dirty="0"/>
              <a:t>.</a:t>
            </a:r>
          </a:p>
          <a:p>
            <a:endParaRPr lang="en-US" dirty="0"/>
          </a:p>
        </p:txBody>
      </p:sp>
      <p:pic>
        <p:nvPicPr>
          <p:cNvPr id="5" name="Picture 4">
            <a:extLst>
              <a:ext uri="{FF2B5EF4-FFF2-40B4-BE49-F238E27FC236}">
                <a16:creationId xmlns:a16="http://schemas.microsoft.com/office/drawing/2014/main" id="{EE18B264-F014-7D35-EC94-F6D235A2E9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7300" y="3835400"/>
            <a:ext cx="2844800" cy="2844800"/>
          </a:xfrm>
          <a:prstGeom prst="rect">
            <a:avLst/>
          </a:prstGeom>
        </p:spPr>
      </p:pic>
    </p:spTree>
    <p:extLst>
      <p:ext uri="{BB962C8B-B14F-4D97-AF65-F5344CB8AC3E}">
        <p14:creationId xmlns:p14="http://schemas.microsoft.com/office/powerpoint/2010/main" val="1297726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3A98C-5E99-1863-6077-9FB5C725A7D4}"/>
              </a:ext>
            </a:extLst>
          </p:cNvPr>
          <p:cNvSpPr>
            <a:spLocks noGrp="1"/>
          </p:cNvSpPr>
          <p:nvPr>
            <p:ph type="title"/>
          </p:nvPr>
        </p:nvSpPr>
        <p:spPr/>
        <p:txBody>
          <a:bodyPr/>
          <a:lstStyle/>
          <a:p>
            <a:r>
              <a:rPr lang="en-US" dirty="0">
                <a:latin typeface="+mj-lt"/>
              </a:rPr>
              <a:t>Game Development</a:t>
            </a:r>
          </a:p>
        </p:txBody>
      </p:sp>
      <p:sp>
        <p:nvSpPr>
          <p:cNvPr id="3" name="Content Placeholder 2">
            <a:extLst>
              <a:ext uri="{FF2B5EF4-FFF2-40B4-BE49-F238E27FC236}">
                <a16:creationId xmlns:a16="http://schemas.microsoft.com/office/drawing/2014/main" id="{74976CD0-4B4F-2B71-CD34-C2827006A7D1}"/>
              </a:ext>
            </a:extLst>
          </p:cNvPr>
          <p:cNvSpPr>
            <a:spLocks noGrp="1"/>
          </p:cNvSpPr>
          <p:nvPr>
            <p:ph idx="1"/>
          </p:nvPr>
        </p:nvSpPr>
        <p:spPr>
          <a:xfrm>
            <a:off x="838200" y="1457490"/>
            <a:ext cx="10515600" cy="4351338"/>
          </a:xfrm>
        </p:spPr>
        <p:txBody>
          <a:bodyPr>
            <a:noAutofit/>
          </a:bodyPr>
          <a:lstStyle/>
          <a:p>
            <a:pPr marL="0" indent="0">
              <a:buNone/>
            </a:pPr>
            <a:r>
              <a:rPr lang="en-US" b="1" dirty="0">
                <a:latin typeface="+mn-lt"/>
              </a:rPr>
              <a:t>Early Beginnings</a:t>
            </a:r>
          </a:p>
          <a:p>
            <a:pPr marL="457200" lvl="1" indent="0">
              <a:buNone/>
            </a:pPr>
            <a:r>
              <a:rPr lang="en-US" dirty="0">
                <a:latin typeface="+mn-lt"/>
              </a:rPr>
              <a:t>1950s-1960s: Pioneering experiments; "OXO" and "</a:t>
            </a:r>
            <a:r>
              <a:rPr lang="en-US" dirty="0" err="1">
                <a:latin typeface="+mn-lt"/>
              </a:rPr>
              <a:t>Spacewar</a:t>
            </a:r>
            <a:r>
              <a:rPr lang="en-US" dirty="0">
                <a:latin typeface="+mn-lt"/>
              </a:rPr>
              <a:t>!" as examples.</a:t>
            </a:r>
          </a:p>
          <a:p>
            <a:pPr marL="457200" lvl="1" indent="0">
              <a:buNone/>
            </a:pPr>
            <a:endParaRPr lang="en-US" dirty="0">
              <a:latin typeface="+mn-lt"/>
            </a:endParaRPr>
          </a:p>
          <a:p>
            <a:pPr marL="0" indent="0">
              <a:buNone/>
            </a:pPr>
            <a:r>
              <a:rPr lang="en-US" b="1" dirty="0">
                <a:latin typeface="+mn-lt"/>
              </a:rPr>
              <a:t>The Arcade Era</a:t>
            </a:r>
          </a:p>
          <a:p>
            <a:pPr marL="457200" lvl="1" indent="0">
              <a:buNone/>
            </a:pPr>
            <a:r>
              <a:rPr lang="en-US" dirty="0">
                <a:latin typeface="+mn-lt"/>
              </a:rPr>
              <a:t>1970s: Iconic games like "Pong" and "Pac-Man" introduced.</a:t>
            </a:r>
          </a:p>
          <a:p>
            <a:pPr marL="457200" lvl="1" indent="0">
              <a:buNone/>
            </a:pPr>
            <a:endParaRPr lang="en-US" dirty="0">
              <a:latin typeface="+mn-lt"/>
            </a:endParaRPr>
          </a:p>
          <a:p>
            <a:pPr marL="0" indent="0">
              <a:buNone/>
            </a:pPr>
            <a:r>
              <a:rPr lang="en-US" b="1" dirty="0">
                <a:latin typeface="+mn-lt"/>
              </a:rPr>
              <a:t>Home Consoles</a:t>
            </a:r>
          </a:p>
          <a:p>
            <a:pPr marL="457200" lvl="1" indent="0">
              <a:buNone/>
            </a:pPr>
            <a:r>
              <a:rPr lang="en-US" dirty="0">
                <a:latin typeface="+mn-lt"/>
              </a:rPr>
              <a:t>Late 1970s-1980s: Home consoles like Atari 2600, NES popularized.</a:t>
            </a:r>
          </a:p>
        </p:txBody>
      </p:sp>
    </p:spTree>
    <p:extLst>
      <p:ext uri="{BB962C8B-B14F-4D97-AF65-F5344CB8AC3E}">
        <p14:creationId xmlns:p14="http://schemas.microsoft.com/office/powerpoint/2010/main" val="38208215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F26C7-2FE1-3642-B054-1D6E5C25D2AD}"/>
              </a:ext>
            </a:extLst>
          </p:cNvPr>
          <p:cNvSpPr>
            <a:spLocks noGrp="1"/>
          </p:cNvSpPr>
          <p:nvPr>
            <p:ph type="title"/>
          </p:nvPr>
        </p:nvSpPr>
        <p:spPr>
          <a:xfrm>
            <a:off x="977900" y="215900"/>
            <a:ext cx="10515600" cy="1153741"/>
          </a:xfrm>
        </p:spPr>
        <p:txBody>
          <a:bodyPr>
            <a:normAutofit/>
          </a:bodyPr>
          <a:lstStyle/>
          <a:p>
            <a:r>
              <a:rPr lang="en-US" b="1" i="0" dirty="0">
                <a:effectLst/>
                <a:latin typeface="+mj-lt"/>
              </a:rPr>
              <a:t>A little Bit of History </a:t>
            </a:r>
            <a:endParaRPr lang="en-US" dirty="0">
              <a:latin typeface="+mj-lt"/>
            </a:endParaRPr>
          </a:p>
        </p:txBody>
      </p:sp>
      <p:pic>
        <p:nvPicPr>
          <p:cNvPr id="4" name="Content Placeholder 3">
            <a:extLst>
              <a:ext uri="{FF2B5EF4-FFF2-40B4-BE49-F238E27FC236}">
                <a16:creationId xmlns:a16="http://schemas.microsoft.com/office/drawing/2014/main" id="{F9906F19-70AF-4308-FB09-7A3EF8879899}"/>
              </a:ext>
            </a:extLst>
          </p:cNvPr>
          <p:cNvPicPr>
            <a:picLocks noGrp="1" noChangeAspect="1"/>
          </p:cNvPicPr>
          <p:nvPr>
            <p:ph idx="1"/>
          </p:nvPr>
        </p:nvPicPr>
        <p:blipFill>
          <a:blip r:embed="rId2"/>
          <a:stretch>
            <a:fillRect/>
          </a:stretch>
        </p:blipFill>
        <p:spPr>
          <a:xfrm>
            <a:off x="801658" y="1322530"/>
            <a:ext cx="10907742" cy="5205270"/>
          </a:xfrm>
          <a:prstGeom prst="rect">
            <a:avLst/>
          </a:prstGeom>
        </p:spPr>
      </p:pic>
    </p:spTree>
    <p:extLst>
      <p:ext uri="{BB962C8B-B14F-4D97-AF65-F5344CB8AC3E}">
        <p14:creationId xmlns:p14="http://schemas.microsoft.com/office/powerpoint/2010/main" val="13204771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D2026-0BF1-F043-399D-5E3F83CF8B60}"/>
              </a:ext>
            </a:extLst>
          </p:cNvPr>
          <p:cNvSpPr>
            <a:spLocks noGrp="1"/>
          </p:cNvSpPr>
          <p:nvPr>
            <p:ph type="title"/>
          </p:nvPr>
        </p:nvSpPr>
        <p:spPr>
          <a:xfrm>
            <a:off x="838200" y="219447"/>
            <a:ext cx="10515600" cy="1153741"/>
          </a:xfrm>
        </p:spPr>
        <p:txBody>
          <a:bodyPr/>
          <a:lstStyle/>
          <a:p>
            <a:r>
              <a:rPr lang="en-US" dirty="0"/>
              <a:t>Early Days </a:t>
            </a:r>
          </a:p>
        </p:txBody>
      </p:sp>
      <p:sp>
        <p:nvSpPr>
          <p:cNvPr id="3" name="Content Placeholder 2">
            <a:extLst>
              <a:ext uri="{FF2B5EF4-FFF2-40B4-BE49-F238E27FC236}">
                <a16:creationId xmlns:a16="http://schemas.microsoft.com/office/drawing/2014/main" id="{A96CC46B-2DA3-1387-6F57-99966B8B99D9}"/>
              </a:ext>
            </a:extLst>
          </p:cNvPr>
          <p:cNvSpPr>
            <a:spLocks noGrp="1"/>
          </p:cNvSpPr>
          <p:nvPr>
            <p:ph idx="1"/>
          </p:nvPr>
        </p:nvSpPr>
        <p:spPr/>
        <p:txBody>
          <a:bodyPr/>
          <a:lstStyle/>
          <a:p>
            <a:pPr marL="0" indent="0">
              <a:buNone/>
            </a:pPr>
            <a:r>
              <a:rPr lang="en-US" b="0" i="0" dirty="0">
                <a:solidFill>
                  <a:srgbClr val="D1D5DB"/>
                </a:solidFill>
                <a:effectLst/>
                <a:latin typeface="+mn-lt"/>
              </a:rPr>
              <a:t>Board games like chess presented the first challenges to AI, focusing on strategic planning and decision-making. The success of AI in these games laid the groundwork for more complex challenges and highlighted the need for advanced decision-making frameworks.</a:t>
            </a:r>
            <a:endParaRPr lang="en-US" dirty="0">
              <a:latin typeface="+mn-lt"/>
            </a:endParaRPr>
          </a:p>
        </p:txBody>
      </p:sp>
      <p:pic>
        <p:nvPicPr>
          <p:cNvPr id="4" name="Picture 3">
            <a:extLst>
              <a:ext uri="{FF2B5EF4-FFF2-40B4-BE49-F238E27FC236}">
                <a16:creationId xmlns:a16="http://schemas.microsoft.com/office/drawing/2014/main" id="{FC37F560-8AE4-5A09-8BF0-DC1D4A06ACBB}"/>
              </a:ext>
            </a:extLst>
          </p:cNvPr>
          <p:cNvPicPr>
            <a:picLocks noChangeAspect="1"/>
          </p:cNvPicPr>
          <p:nvPr/>
        </p:nvPicPr>
        <p:blipFill>
          <a:blip r:embed="rId2"/>
          <a:stretch>
            <a:fillRect/>
          </a:stretch>
        </p:blipFill>
        <p:spPr>
          <a:xfrm>
            <a:off x="8839200" y="4203700"/>
            <a:ext cx="2425700" cy="2425700"/>
          </a:xfrm>
          <a:prstGeom prst="rect">
            <a:avLst/>
          </a:prstGeom>
          <a:ln>
            <a:noFill/>
          </a:ln>
          <a:effectLst>
            <a:softEdge rad="112500"/>
          </a:effectLst>
        </p:spPr>
      </p:pic>
    </p:spTree>
    <p:extLst>
      <p:ext uri="{BB962C8B-B14F-4D97-AF65-F5344CB8AC3E}">
        <p14:creationId xmlns:p14="http://schemas.microsoft.com/office/powerpoint/2010/main" val="3701205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50071-AA28-FC74-69B7-A36745545505}"/>
              </a:ext>
            </a:extLst>
          </p:cNvPr>
          <p:cNvSpPr>
            <a:spLocks noGrp="1"/>
          </p:cNvSpPr>
          <p:nvPr>
            <p:ph type="title"/>
          </p:nvPr>
        </p:nvSpPr>
        <p:spPr>
          <a:xfrm>
            <a:off x="838200" y="457200"/>
            <a:ext cx="10515600" cy="1153741"/>
          </a:xfrm>
        </p:spPr>
        <p:txBody>
          <a:bodyPr>
            <a:normAutofit fontScale="90000"/>
          </a:bodyPr>
          <a:lstStyle/>
          <a:p>
            <a:r>
              <a:rPr lang="en-US" b="1" i="0" dirty="0">
                <a:effectLst/>
                <a:latin typeface="+mj-lt"/>
              </a:rPr>
              <a:t>Evolving Complexity in Games</a:t>
            </a:r>
            <a:br>
              <a:rPr lang="en-US" b="1" i="0" dirty="0">
                <a:effectLst/>
                <a:latin typeface="Söhne"/>
              </a:rPr>
            </a:br>
            <a:endParaRPr lang="en-US" dirty="0"/>
          </a:p>
        </p:txBody>
      </p:sp>
      <p:sp>
        <p:nvSpPr>
          <p:cNvPr id="3" name="Content Placeholder 2">
            <a:extLst>
              <a:ext uri="{FF2B5EF4-FFF2-40B4-BE49-F238E27FC236}">
                <a16:creationId xmlns:a16="http://schemas.microsoft.com/office/drawing/2014/main" id="{85173515-DC31-A60B-A66C-3EE47DE1A77C}"/>
              </a:ext>
            </a:extLst>
          </p:cNvPr>
          <p:cNvSpPr>
            <a:spLocks noGrp="1"/>
          </p:cNvSpPr>
          <p:nvPr>
            <p:ph idx="1"/>
          </p:nvPr>
        </p:nvSpPr>
        <p:spPr>
          <a:xfrm>
            <a:off x="838200" y="1968499"/>
            <a:ext cx="10515600" cy="4208463"/>
          </a:xfrm>
        </p:spPr>
        <p:txBody>
          <a:bodyPr/>
          <a:lstStyle/>
          <a:p>
            <a:r>
              <a:rPr lang="en-US" dirty="0"/>
              <a:t>"As games evolved to become more complex, they demanded AI to adapt and develop more sophisticated algorithms. This slide delves into how the increasing complexity in games pushed AI to evolve from simple decision trees to more complex strategies, incorporating elements of learning and adaptation."</a:t>
            </a:r>
          </a:p>
        </p:txBody>
      </p:sp>
    </p:spTree>
    <p:extLst>
      <p:ext uri="{BB962C8B-B14F-4D97-AF65-F5344CB8AC3E}">
        <p14:creationId xmlns:p14="http://schemas.microsoft.com/office/powerpoint/2010/main" val="22980717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41E96-9303-DC4F-260E-9B86A96EA6A7}"/>
              </a:ext>
            </a:extLst>
          </p:cNvPr>
          <p:cNvSpPr>
            <a:spLocks noGrp="1"/>
          </p:cNvSpPr>
          <p:nvPr>
            <p:ph type="title"/>
          </p:nvPr>
        </p:nvSpPr>
        <p:spPr/>
        <p:txBody>
          <a:bodyPr/>
          <a:lstStyle/>
          <a:p>
            <a:r>
              <a:rPr lang="en-US" dirty="0"/>
              <a:t>A.I. in Games Milestones </a:t>
            </a:r>
          </a:p>
        </p:txBody>
      </p:sp>
      <p:sp>
        <p:nvSpPr>
          <p:cNvPr id="3" name="Content Placeholder 2">
            <a:extLst>
              <a:ext uri="{FF2B5EF4-FFF2-40B4-BE49-F238E27FC236}">
                <a16:creationId xmlns:a16="http://schemas.microsoft.com/office/drawing/2014/main" id="{2FEB8520-F45D-BFC9-1F2D-1E32572684CF}"/>
              </a:ext>
            </a:extLst>
          </p:cNvPr>
          <p:cNvSpPr>
            <a:spLocks noGrp="1"/>
          </p:cNvSpPr>
          <p:nvPr>
            <p:ph idx="1"/>
          </p:nvPr>
        </p:nvSpPr>
        <p:spPr>
          <a:xfrm>
            <a:off x="838200" y="1787236"/>
            <a:ext cx="10515600" cy="4389726"/>
          </a:xfrm>
        </p:spPr>
        <p:txBody>
          <a:bodyPr>
            <a:normAutofit/>
          </a:bodyPr>
          <a:lstStyle/>
          <a:p>
            <a:pPr marL="0" indent="0">
              <a:buNone/>
            </a:pPr>
            <a:r>
              <a:rPr lang="en-US" sz="2400" dirty="0"/>
              <a:t>1.	Real-Time Strategy AI: Google's DeepMind's AlphaStar, which defeated top human players in StarCraft II.</a:t>
            </a:r>
          </a:p>
          <a:p>
            <a:pPr marL="0" indent="0">
              <a:buNone/>
            </a:pPr>
            <a:r>
              <a:rPr lang="en-US" sz="2400" dirty="0"/>
              <a:t>2.	Adaptive Difficulty: Games are now adjusting their difficulty levels in real-time to maintain player engagement.</a:t>
            </a:r>
          </a:p>
          <a:p>
            <a:pPr marL="514350" indent="-514350">
              <a:buAutoNum type="arabicPeriod" startAt="3"/>
            </a:pPr>
            <a:r>
              <a:rPr lang="en-US" sz="2400" dirty="0"/>
              <a:t>Cooperative Multiplayer AI: OpenAI's Dota 2 bots that can cooperate with human players against other bots.</a:t>
            </a:r>
          </a:p>
          <a:p>
            <a:pPr marL="0" indent="0">
              <a:buNone/>
            </a:pPr>
            <a:r>
              <a:rPr lang="en-US" sz="2400" dirty="0"/>
              <a:t>4.	Conversational Agents: More sophisticated dialog systems in role-playing games.</a:t>
            </a:r>
          </a:p>
          <a:p>
            <a:pPr marL="0" indent="0">
              <a:buNone/>
            </a:pPr>
            <a:r>
              <a:rPr lang="en-US" sz="2400" dirty="0"/>
              <a:t>5.	Generative Design: AI algorithms help in creating levels, characters, and even storylines</a:t>
            </a:r>
          </a:p>
          <a:p>
            <a:pPr marL="0" indent="0">
              <a:buNone/>
            </a:pPr>
            <a:endParaRPr lang="en-US" dirty="0"/>
          </a:p>
        </p:txBody>
      </p:sp>
    </p:spTree>
    <p:extLst>
      <p:ext uri="{BB962C8B-B14F-4D97-AF65-F5344CB8AC3E}">
        <p14:creationId xmlns:p14="http://schemas.microsoft.com/office/powerpoint/2010/main" val="28943907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E585F-E28D-4315-58E7-593062303BF2}"/>
              </a:ext>
            </a:extLst>
          </p:cNvPr>
          <p:cNvSpPr>
            <a:spLocks noGrp="1"/>
          </p:cNvSpPr>
          <p:nvPr>
            <p:ph type="title"/>
          </p:nvPr>
        </p:nvSpPr>
        <p:spPr/>
        <p:txBody>
          <a:bodyPr>
            <a:normAutofit/>
          </a:bodyPr>
          <a:lstStyle/>
          <a:p>
            <a:pPr algn="l"/>
            <a:r>
              <a:rPr lang="en-US" b="1" i="0" dirty="0">
                <a:effectLst/>
                <a:latin typeface="+mj-lt"/>
              </a:rPr>
              <a:t>AI's Mastery Over Strategic Games</a:t>
            </a:r>
          </a:p>
        </p:txBody>
      </p:sp>
      <p:sp>
        <p:nvSpPr>
          <p:cNvPr id="3" name="Content Placeholder 2">
            <a:extLst>
              <a:ext uri="{FF2B5EF4-FFF2-40B4-BE49-F238E27FC236}">
                <a16:creationId xmlns:a16="http://schemas.microsoft.com/office/drawing/2014/main" id="{665DDFBC-B838-37AD-F749-9318C3BAE1B7}"/>
              </a:ext>
            </a:extLst>
          </p:cNvPr>
          <p:cNvSpPr>
            <a:spLocks noGrp="1"/>
          </p:cNvSpPr>
          <p:nvPr>
            <p:ph idx="1"/>
          </p:nvPr>
        </p:nvSpPr>
        <p:spPr>
          <a:xfrm>
            <a:off x="711200" y="1612900"/>
            <a:ext cx="10642600" cy="4564063"/>
          </a:xfrm>
        </p:spPr>
        <p:txBody>
          <a:bodyPr/>
          <a:lstStyle/>
          <a:p>
            <a:r>
              <a:rPr lang="en-US" dirty="0">
                <a:latin typeface="+mn-lt"/>
              </a:rPr>
              <a:t>Kasparov vs Big Blue</a:t>
            </a:r>
          </a:p>
          <a:p>
            <a:pPr marL="0" indent="0">
              <a:buNone/>
            </a:pPr>
            <a:endParaRPr lang="en-US" dirty="0">
              <a:latin typeface="+mn-lt"/>
            </a:endParaRPr>
          </a:p>
          <a:p>
            <a:pPr marL="0" indent="0">
              <a:buNone/>
            </a:pPr>
            <a:endParaRPr lang="en-US" dirty="0">
              <a:latin typeface="+mn-lt"/>
            </a:endParaRPr>
          </a:p>
          <a:p>
            <a:r>
              <a:rPr lang="en-US" dirty="0">
                <a:latin typeface="+mn-lt"/>
              </a:rPr>
              <a:t>Watson vs. Jeopardy champs: </a:t>
            </a:r>
          </a:p>
          <a:p>
            <a:pPr marL="457200" lvl="1" indent="0">
              <a:buNone/>
            </a:pPr>
            <a:r>
              <a:rPr lang="en-US" sz="2000" dirty="0">
                <a:latin typeface="+mn-lt"/>
              </a:rPr>
              <a:t>Ken Jennings and Brad Rutter</a:t>
            </a:r>
            <a:r>
              <a:rPr lang="en-US" dirty="0">
                <a:latin typeface="+mn-lt"/>
              </a:rPr>
              <a:t>.</a:t>
            </a:r>
          </a:p>
          <a:p>
            <a:endParaRPr lang="en-US" dirty="0">
              <a:latin typeface="+mn-lt"/>
            </a:endParaRPr>
          </a:p>
          <a:p>
            <a:endParaRPr lang="en-US" dirty="0">
              <a:latin typeface="+mn-lt"/>
            </a:endParaRPr>
          </a:p>
          <a:p>
            <a:r>
              <a:rPr lang="en-US" dirty="0">
                <a:latin typeface="+mn-lt"/>
              </a:rPr>
              <a:t>Google Deep Minds &amp; the Game of Go</a:t>
            </a:r>
          </a:p>
        </p:txBody>
      </p:sp>
      <p:pic>
        <p:nvPicPr>
          <p:cNvPr id="5" name="Picture 4">
            <a:extLst>
              <a:ext uri="{FF2B5EF4-FFF2-40B4-BE49-F238E27FC236}">
                <a16:creationId xmlns:a16="http://schemas.microsoft.com/office/drawing/2014/main" id="{AAB390B4-D180-136A-3B91-8A172672D50C}"/>
              </a:ext>
            </a:extLst>
          </p:cNvPr>
          <p:cNvPicPr>
            <a:picLocks noChangeAspect="1"/>
          </p:cNvPicPr>
          <p:nvPr/>
        </p:nvPicPr>
        <p:blipFill>
          <a:blip r:embed="rId3"/>
          <a:stretch>
            <a:fillRect/>
          </a:stretch>
        </p:blipFill>
        <p:spPr>
          <a:xfrm>
            <a:off x="9362460" y="1405967"/>
            <a:ext cx="2209801" cy="1241628"/>
          </a:xfrm>
          <a:prstGeom prst="rect">
            <a:avLst/>
          </a:prstGeom>
        </p:spPr>
      </p:pic>
      <p:sp>
        <p:nvSpPr>
          <p:cNvPr id="7" name="TextBox 6">
            <a:extLst>
              <a:ext uri="{FF2B5EF4-FFF2-40B4-BE49-F238E27FC236}">
                <a16:creationId xmlns:a16="http://schemas.microsoft.com/office/drawing/2014/main" id="{5B24F67B-9E3A-8821-BF69-34E0464C9808}"/>
              </a:ext>
            </a:extLst>
          </p:cNvPr>
          <p:cNvSpPr txBox="1"/>
          <p:nvPr/>
        </p:nvSpPr>
        <p:spPr>
          <a:xfrm>
            <a:off x="7051060" y="1466419"/>
            <a:ext cx="2209800" cy="430887"/>
          </a:xfrm>
          <a:prstGeom prst="rect">
            <a:avLst/>
          </a:prstGeom>
          <a:noFill/>
        </p:spPr>
        <p:txBody>
          <a:bodyPr wrap="square">
            <a:spAutoFit/>
          </a:bodyPr>
          <a:lstStyle/>
          <a:p>
            <a:r>
              <a:rPr lang="en-US" sz="1100" dirty="0">
                <a:hlinkClick r:id="rId4"/>
              </a:rPr>
              <a:t>https://www.youtube.com/watch?v=KF6sLCeBj0s</a:t>
            </a:r>
            <a:endParaRPr lang="en-US" sz="1100" dirty="0"/>
          </a:p>
        </p:txBody>
      </p:sp>
      <p:pic>
        <p:nvPicPr>
          <p:cNvPr id="8" name="Picture 7">
            <a:extLst>
              <a:ext uri="{FF2B5EF4-FFF2-40B4-BE49-F238E27FC236}">
                <a16:creationId xmlns:a16="http://schemas.microsoft.com/office/drawing/2014/main" id="{4F6E805B-F303-4F12-5951-C87D2B66F6EF}"/>
              </a:ext>
            </a:extLst>
          </p:cNvPr>
          <p:cNvPicPr>
            <a:picLocks noChangeAspect="1"/>
          </p:cNvPicPr>
          <p:nvPr/>
        </p:nvPicPr>
        <p:blipFill>
          <a:blip r:embed="rId5"/>
          <a:stretch>
            <a:fillRect/>
          </a:stretch>
        </p:blipFill>
        <p:spPr>
          <a:xfrm>
            <a:off x="9287538" y="2943805"/>
            <a:ext cx="2219940" cy="1529677"/>
          </a:xfrm>
          <a:prstGeom prst="rect">
            <a:avLst/>
          </a:prstGeom>
        </p:spPr>
      </p:pic>
      <p:pic>
        <p:nvPicPr>
          <p:cNvPr id="9" name="Picture 8">
            <a:extLst>
              <a:ext uri="{FF2B5EF4-FFF2-40B4-BE49-F238E27FC236}">
                <a16:creationId xmlns:a16="http://schemas.microsoft.com/office/drawing/2014/main" id="{437FD5C0-DB10-52B3-BDA4-06481C06B1BF}"/>
              </a:ext>
            </a:extLst>
          </p:cNvPr>
          <p:cNvPicPr>
            <a:picLocks noChangeAspect="1"/>
          </p:cNvPicPr>
          <p:nvPr/>
        </p:nvPicPr>
        <p:blipFill>
          <a:blip r:embed="rId6"/>
          <a:stretch>
            <a:fillRect/>
          </a:stretch>
        </p:blipFill>
        <p:spPr>
          <a:xfrm>
            <a:off x="9362460" y="4943496"/>
            <a:ext cx="2298695" cy="1529677"/>
          </a:xfrm>
          <a:prstGeom prst="rect">
            <a:avLst/>
          </a:prstGeom>
        </p:spPr>
      </p:pic>
    </p:spTree>
    <p:extLst>
      <p:ext uri="{BB962C8B-B14F-4D97-AF65-F5344CB8AC3E}">
        <p14:creationId xmlns:p14="http://schemas.microsoft.com/office/powerpoint/2010/main" val="36211781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22968-8EFA-2722-4B0B-3DC90C083774}"/>
              </a:ext>
            </a:extLst>
          </p:cNvPr>
          <p:cNvSpPr>
            <a:spLocks noGrp="1"/>
          </p:cNvSpPr>
          <p:nvPr>
            <p:ph type="title"/>
          </p:nvPr>
        </p:nvSpPr>
        <p:spPr/>
        <p:txBody>
          <a:bodyPr/>
          <a:lstStyle/>
          <a:p>
            <a:r>
              <a:rPr lang="en-US" dirty="0"/>
              <a:t>Decision Theory &amp; Games Theory</a:t>
            </a:r>
          </a:p>
        </p:txBody>
      </p:sp>
      <p:sp>
        <p:nvSpPr>
          <p:cNvPr id="3" name="Content Placeholder 2">
            <a:extLst>
              <a:ext uri="{FF2B5EF4-FFF2-40B4-BE49-F238E27FC236}">
                <a16:creationId xmlns:a16="http://schemas.microsoft.com/office/drawing/2014/main" id="{1F569B06-C6EF-BEC5-11D4-C344BB4E6C68}"/>
              </a:ext>
            </a:extLst>
          </p:cNvPr>
          <p:cNvSpPr>
            <a:spLocks noGrp="1"/>
          </p:cNvSpPr>
          <p:nvPr>
            <p:ph idx="1"/>
          </p:nvPr>
        </p:nvSpPr>
        <p:spPr>
          <a:xfrm>
            <a:off x="838200" y="2259873"/>
            <a:ext cx="10515600" cy="3917089"/>
          </a:xfrm>
        </p:spPr>
        <p:txBody>
          <a:bodyPr/>
          <a:lstStyle/>
          <a:p>
            <a:r>
              <a:rPr lang="en-US" dirty="0"/>
              <a:t>Decision theory focuses on making optimal decisions in uncertain condition.</a:t>
            </a:r>
          </a:p>
          <a:p>
            <a:r>
              <a:rPr lang="en-US" dirty="0"/>
              <a:t>Game theory focuses on strategic interactions between multiple rational agents. </a:t>
            </a:r>
          </a:p>
          <a:p>
            <a:r>
              <a:rPr lang="en-US" dirty="0"/>
              <a:t>Both are fundamental to various AI applications for designing intelligent, rational agents.</a:t>
            </a:r>
          </a:p>
        </p:txBody>
      </p:sp>
    </p:spTree>
    <p:extLst>
      <p:ext uri="{BB962C8B-B14F-4D97-AF65-F5344CB8AC3E}">
        <p14:creationId xmlns:p14="http://schemas.microsoft.com/office/powerpoint/2010/main" val="19998540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22968-8EFA-2722-4B0B-3DC90C083774}"/>
              </a:ext>
            </a:extLst>
          </p:cNvPr>
          <p:cNvSpPr>
            <a:spLocks noGrp="1"/>
          </p:cNvSpPr>
          <p:nvPr>
            <p:ph type="title"/>
          </p:nvPr>
        </p:nvSpPr>
        <p:spPr/>
        <p:txBody>
          <a:bodyPr/>
          <a:lstStyle/>
          <a:p>
            <a:r>
              <a:rPr lang="en-US" dirty="0"/>
              <a:t>Decision Theory &amp; Games Theory</a:t>
            </a:r>
          </a:p>
        </p:txBody>
      </p:sp>
      <p:sp>
        <p:nvSpPr>
          <p:cNvPr id="3" name="Content Placeholder 2">
            <a:extLst>
              <a:ext uri="{FF2B5EF4-FFF2-40B4-BE49-F238E27FC236}">
                <a16:creationId xmlns:a16="http://schemas.microsoft.com/office/drawing/2014/main" id="{1F569B06-C6EF-BEC5-11D4-C344BB4E6C68}"/>
              </a:ext>
            </a:extLst>
          </p:cNvPr>
          <p:cNvSpPr>
            <a:spLocks noGrp="1"/>
          </p:cNvSpPr>
          <p:nvPr>
            <p:ph idx="1"/>
          </p:nvPr>
        </p:nvSpPr>
        <p:spPr>
          <a:xfrm>
            <a:off x="965200" y="1624873"/>
            <a:ext cx="10515600" cy="3917089"/>
          </a:xfrm>
        </p:spPr>
        <p:txBody>
          <a:bodyPr/>
          <a:lstStyle/>
          <a:p>
            <a:r>
              <a:rPr lang="en-US" dirty="0">
                <a:latin typeface="+mn-lt"/>
              </a:rPr>
              <a:t>Decision theory focuses on making optimal decisions in uncertain condition.</a:t>
            </a:r>
          </a:p>
          <a:p>
            <a:r>
              <a:rPr lang="en-US" dirty="0">
                <a:latin typeface="+mn-lt"/>
              </a:rPr>
              <a:t>Game theory focuses on strategic interactions between multiple rational agents. </a:t>
            </a:r>
          </a:p>
          <a:p>
            <a:r>
              <a:rPr lang="en-US" dirty="0">
                <a:latin typeface="+mn-lt"/>
              </a:rPr>
              <a:t>Both are fundamental to various AI applications for designing intelligent, rational agents.</a:t>
            </a:r>
          </a:p>
        </p:txBody>
      </p:sp>
    </p:spTree>
    <p:extLst>
      <p:ext uri="{BB962C8B-B14F-4D97-AF65-F5344CB8AC3E}">
        <p14:creationId xmlns:p14="http://schemas.microsoft.com/office/powerpoint/2010/main" val="26242196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E3CFF-5AF2-1CCC-8480-34726D648C4F}"/>
              </a:ext>
            </a:extLst>
          </p:cNvPr>
          <p:cNvSpPr>
            <a:spLocks noGrp="1"/>
          </p:cNvSpPr>
          <p:nvPr>
            <p:ph type="title"/>
          </p:nvPr>
        </p:nvSpPr>
        <p:spPr/>
        <p:txBody>
          <a:bodyPr>
            <a:normAutofit/>
          </a:bodyPr>
          <a:lstStyle/>
          <a:p>
            <a:r>
              <a:rPr lang="en-US" dirty="0">
                <a:latin typeface="+mj-lt"/>
              </a:rPr>
              <a:t>Decision Theory in Gaming</a:t>
            </a:r>
          </a:p>
        </p:txBody>
      </p:sp>
      <p:sp>
        <p:nvSpPr>
          <p:cNvPr id="3" name="Content Placeholder 2">
            <a:extLst>
              <a:ext uri="{FF2B5EF4-FFF2-40B4-BE49-F238E27FC236}">
                <a16:creationId xmlns:a16="http://schemas.microsoft.com/office/drawing/2014/main" id="{2833C47B-82B3-C7FA-77AA-785363D34FA6}"/>
              </a:ext>
            </a:extLst>
          </p:cNvPr>
          <p:cNvSpPr>
            <a:spLocks noGrp="1"/>
          </p:cNvSpPr>
          <p:nvPr>
            <p:ph idx="1"/>
          </p:nvPr>
        </p:nvSpPr>
        <p:spPr>
          <a:xfrm>
            <a:off x="711200" y="1435100"/>
            <a:ext cx="10515600" cy="4462463"/>
          </a:xfrm>
        </p:spPr>
        <p:txBody>
          <a:bodyPr>
            <a:normAutofit fontScale="92500" lnSpcReduction="20000"/>
          </a:bodyPr>
          <a:lstStyle/>
          <a:p>
            <a:pPr marL="0" indent="0">
              <a:buNone/>
            </a:pPr>
            <a:r>
              <a:rPr lang="en-US" dirty="0">
                <a:latin typeface="+mn-lt"/>
              </a:rPr>
              <a:t>Decision theory forms the backbone of AI's strategic planning.</a:t>
            </a:r>
          </a:p>
          <a:p>
            <a:pPr marL="0" indent="0">
              <a:buNone/>
            </a:pPr>
            <a:endParaRPr lang="en-US" dirty="0">
              <a:latin typeface="+mn-lt"/>
            </a:endParaRPr>
          </a:p>
          <a:p>
            <a:pPr marL="0" indent="0">
              <a:buNone/>
            </a:pPr>
            <a:r>
              <a:rPr lang="en-US" b="1" dirty="0">
                <a:latin typeface="+mn-lt"/>
              </a:rPr>
              <a:t>Introduction to Decision Theory:</a:t>
            </a:r>
          </a:p>
          <a:p>
            <a:r>
              <a:rPr lang="en-US" dirty="0">
                <a:latin typeface="+mn-lt"/>
              </a:rPr>
              <a:t>Foundation of rational choice-making in uncertain scenarios.</a:t>
            </a:r>
          </a:p>
          <a:p>
            <a:r>
              <a:rPr lang="en-US" dirty="0">
                <a:latin typeface="+mn-lt"/>
              </a:rPr>
              <a:t>Balances risks and rewards to determine optimal strategies.</a:t>
            </a:r>
          </a:p>
          <a:p>
            <a:pPr marL="0" indent="0">
              <a:buNone/>
            </a:pPr>
            <a:endParaRPr lang="en-US" dirty="0">
              <a:latin typeface="+mn-lt"/>
            </a:endParaRPr>
          </a:p>
          <a:p>
            <a:pPr marL="0" indent="0">
              <a:buNone/>
            </a:pPr>
            <a:r>
              <a:rPr lang="en-US" b="1" dirty="0">
                <a:latin typeface="+mn-lt"/>
              </a:rPr>
              <a:t>Significance in Gaming:</a:t>
            </a:r>
          </a:p>
          <a:p>
            <a:r>
              <a:rPr lang="en-US" dirty="0">
                <a:latin typeface="+mn-lt"/>
              </a:rPr>
              <a:t>Enhances game complexity and realism.</a:t>
            </a:r>
          </a:p>
          <a:p>
            <a:r>
              <a:rPr lang="en-US" dirty="0">
                <a:latin typeface="+mn-lt"/>
              </a:rPr>
              <a:t>Models strategic interactions between players and AI.</a:t>
            </a:r>
          </a:p>
          <a:p>
            <a:r>
              <a:rPr lang="en-US" dirty="0">
                <a:latin typeface="+mn-lt"/>
              </a:rPr>
              <a:t>Simulates human-like decision-making for non-player characters (NPCs).</a:t>
            </a:r>
          </a:p>
          <a:p>
            <a:pPr marL="0" indent="0">
              <a:buNone/>
            </a:pPr>
            <a:endParaRPr lang="en-US" dirty="0"/>
          </a:p>
        </p:txBody>
      </p:sp>
      <p:pic>
        <p:nvPicPr>
          <p:cNvPr id="5" name="Picture 4">
            <a:extLst>
              <a:ext uri="{FF2B5EF4-FFF2-40B4-BE49-F238E27FC236}">
                <a16:creationId xmlns:a16="http://schemas.microsoft.com/office/drawing/2014/main" id="{7CB3FDBD-1340-6CA7-A2FC-7BCC305CC9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02901" y="5182792"/>
            <a:ext cx="1702990" cy="1702990"/>
          </a:xfrm>
          <a:prstGeom prst="rect">
            <a:avLst/>
          </a:prstGeom>
          <a:ln>
            <a:noFill/>
          </a:ln>
          <a:effectLst>
            <a:softEdge rad="112500"/>
          </a:effectLst>
        </p:spPr>
      </p:pic>
    </p:spTree>
    <p:extLst>
      <p:ext uri="{BB962C8B-B14F-4D97-AF65-F5344CB8AC3E}">
        <p14:creationId xmlns:p14="http://schemas.microsoft.com/office/powerpoint/2010/main" val="4955303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7F80F-6D05-6AA6-7A91-AD9CCBDE2DFD}"/>
              </a:ext>
            </a:extLst>
          </p:cNvPr>
          <p:cNvSpPr>
            <a:spLocks noGrp="1"/>
          </p:cNvSpPr>
          <p:nvPr>
            <p:ph type="title"/>
          </p:nvPr>
        </p:nvSpPr>
        <p:spPr>
          <a:xfrm>
            <a:off x="496389" y="174567"/>
            <a:ext cx="11181805" cy="889463"/>
          </a:xfrm>
        </p:spPr>
        <p:txBody>
          <a:bodyPr/>
          <a:lstStyle/>
          <a:p>
            <a:r>
              <a:rPr lang="en-US" dirty="0"/>
              <a:t>Decision Theory </a:t>
            </a:r>
          </a:p>
        </p:txBody>
      </p:sp>
      <p:sp>
        <p:nvSpPr>
          <p:cNvPr id="3" name="Content Placeholder 2">
            <a:extLst>
              <a:ext uri="{FF2B5EF4-FFF2-40B4-BE49-F238E27FC236}">
                <a16:creationId xmlns:a16="http://schemas.microsoft.com/office/drawing/2014/main" id="{C5111A36-04AC-9652-BF4F-3760F00B08B7}"/>
              </a:ext>
            </a:extLst>
          </p:cNvPr>
          <p:cNvSpPr>
            <a:spLocks noGrp="1"/>
          </p:cNvSpPr>
          <p:nvPr>
            <p:ph idx="1"/>
          </p:nvPr>
        </p:nvSpPr>
        <p:spPr>
          <a:xfrm>
            <a:off x="723900" y="1647825"/>
            <a:ext cx="10515600" cy="4351338"/>
          </a:xfrm>
        </p:spPr>
        <p:txBody>
          <a:bodyPr>
            <a:normAutofit fontScale="92500"/>
          </a:bodyPr>
          <a:lstStyle/>
          <a:p>
            <a:pPr marL="0" indent="0">
              <a:buNone/>
            </a:pPr>
            <a:r>
              <a:rPr lang="en-US" b="1" dirty="0">
                <a:latin typeface="+mn-lt"/>
              </a:rPr>
              <a:t>Structured Framework for AI:</a:t>
            </a:r>
          </a:p>
          <a:p>
            <a:r>
              <a:rPr lang="en-US" dirty="0">
                <a:latin typeface="+mn-lt"/>
              </a:rPr>
              <a:t>Guides AI in evaluating possible actions and outcomes.</a:t>
            </a:r>
          </a:p>
          <a:p>
            <a:r>
              <a:rPr lang="en-US" dirty="0">
                <a:latin typeface="+mn-lt"/>
              </a:rPr>
              <a:t>Incorporates probabilities and preferences to make informed decisions.</a:t>
            </a:r>
          </a:p>
          <a:p>
            <a:r>
              <a:rPr lang="en-US" dirty="0">
                <a:latin typeface="+mn-lt"/>
              </a:rPr>
              <a:t>Enables AI to learn and adapt strategies based on game dynamics</a:t>
            </a:r>
            <a:r>
              <a:rPr lang="en-US" b="1" dirty="0">
                <a:latin typeface="+mn-lt"/>
              </a:rPr>
              <a:t>.</a:t>
            </a:r>
          </a:p>
          <a:p>
            <a:pPr marL="0" indent="0">
              <a:buNone/>
            </a:pPr>
            <a:r>
              <a:rPr lang="en-US" b="1" dirty="0">
                <a:latin typeface="+mn-lt"/>
              </a:rPr>
              <a:t>Rational and Informed AI Decisions: (Heuristics)</a:t>
            </a:r>
          </a:p>
          <a:p>
            <a:r>
              <a:rPr lang="en-US" dirty="0">
                <a:latin typeface="+mn-lt"/>
              </a:rPr>
              <a:t>Employs logic and statistical evidence for decision-making.</a:t>
            </a:r>
          </a:p>
          <a:p>
            <a:r>
              <a:rPr lang="en-US" dirty="0">
                <a:latin typeface="+mn-lt"/>
              </a:rPr>
              <a:t>Anticipates and responds to player actions.</a:t>
            </a:r>
          </a:p>
          <a:p>
            <a:r>
              <a:rPr lang="en-US" dirty="0">
                <a:latin typeface="+mn-lt"/>
              </a:rPr>
              <a:t>Adapts to evolving game scenarios for an immersive experience</a:t>
            </a:r>
            <a:r>
              <a:rPr lang="en-US" b="1" dirty="0">
                <a:latin typeface="+mn-lt"/>
              </a:rPr>
              <a:t>.</a:t>
            </a:r>
            <a:endParaRPr lang="en-US" dirty="0">
              <a:latin typeface="+mn-lt"/>
            </a:endParaRPr>
          </a:p>
        </p:txBody>
      </p:sp>
      <p:pic>
        <p:nvPicPr>
          <p:cNvPr id="5" name="Picture 4" descr="A diagram of decision theory&#10;&#10;Description automatically generated">
            <a:extLst>
              <a:ext uri="{FF2B5EF4-FFF2-40B4-BE49-F238E27FC236}">
                <a16:creationId xmlns:a16="http://schemas.microsoft.com/office/drawing/2014/main" id="{4C4B25CA-1633-058F-8ED6-1150954F6F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79594" y="1160058"/>
            <a:ext cx="2445009" cy="1219200"/>
          </a:xfrm>
          <a:prstGeom prst="rect">
            <a:avLst/>
          </a:prstGeom>
        </p:spPr>
      </p:pic>
    </p:spTree>
    <p:extLst>
      <p:ext uri="{BB962C8B-B14F-4D97-AF65-F5344CB8AC3E}">
        <p14:creationId xmlns:p14="http://schemas.microsoft.com/office/powerpoint/2010/main" val="8769961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E9582-AD43-F21B-ED0F-609B660380CF}"/>
              </a:ext>
            </a:extLst>
          </p:cNvPr>
          <p:cNvSpPr>
            <a:spLocks noGrp="1"/>
          </p:cNvSpPr>
          <p:nvPr>
            <p:ph type="title"/>
          </p:nvPr>
        </p:nvSpPr>
        <p:spPr>
          <a:xfrm>
            <a:off x="838200" y="299429"/>
            <a:ext cx="10515600" cy="1153741"/>
          </a:xfrm>
        </p:spPr>
        <p:txBody>
          <a:bodyPr>
            <a:normAutofit fontScale="90000"/>
          </a:bodyPr>
          <a:lstStyle/>
          <a:p>
            <a:r>
              <a:rPr lang="en-US" dirty="0"/>
              <a:t>Complex Challenges in Gaming and Decision Theory</a:t>
            </a:r>
          </a:p>
        </p:txBody>
      </p:sp>
      <p:sp>
        <p:nvSpPr>
          <p:cNvPr id="3" name="Content Placeholder 2">
            <a:extLst>
              <a:ext uri="{FF2B5EF4-FFF2-40B4-BE49-F238E27FC236}">
                <a16:creationId xmlns:a16="http://schemas.microsoft.com/office/drawing/2014/main" id="{41B764A3-ACF6-56AA-4847-D4552736269B}"/>
              </a:ext>
            </a:extLst>
          </p:cNvPr>
          <p:cNvSpPr>
            <a:spLocks noGrp="1"/>
          </p:cNvSpPr>
          <p:nvPr>
            <p:ph idx="1"/>
          </p:nvPr>
        </p:nvSpPr>
        <p:spPr>
          <a:xfrm>
            <a:off x="698500" y="1638300"/>
            <a:ext cx="10655300" cy="4538663"/>
          </a:xfrm>
        </p:spPr>
        <p:txBody>
          <a:bodyPr>
            <a:normAutofit/>
          </a:bodyPr>
          <a:lstStyle/>
          <a:p>
            <a:r>
              <a:rPr lang="en-US" dirty="0"/>
              <a:t>Games provide uncertain environments to test AI agents</a:t>
            </a:r>
          </a:p>
          <a:p>
            <a:r>
              <a:rPr lang="en-US" dirty="0"/>
              <a:t>Coping drives advances in key AI techniques: decision theory, reinforcement learning, planning</a:t>
            </a:r>
          </a:p>
          <a:p>
            <a:r>
              <a:rPr lang="en-US" dirty="0"/>
              <a:t>Notable examples: poker, Go, Atari - now applied in power grids, security, logistics</a:t>
            </a:r>
          </a:p>
          <a:p>
            <a:r>
              <a:rPr lang="en-US" dirty="0"/>
              <a:t>Game AI correlates with algorithmic advances</a:t>
            </a:r>
          </a:p>
          <a:p>
            <a:r>
              <a:rPr lang="en-US" dirty="0"/>
              <a:t>As AI expands into finance, social systems - game AI &amp; human collaboration will advance progress</a:t>
            </a:r>
          </a:p>
        </p:txBody>
      </p:sp>
      <p:pic>
        <p:nvPicPr>
          <p:cNvPr id="4" name="Picture 3">
            <a:extLst>
              <a:ext uri="{FF2B5EF4-FFF2-40B4-BE49-F238E27FC236}">
                <a16:creationId xmlns:a16="http://schemas.microsoft.com/office/drawing/2014/main" id="{0C4AC3B3-2625-451C-7900-8F4A1DA20B7C}"/>
              </a:ext>
            </a:extLst>
          </p:cNvPr>
          <p:cNvPicPr>
            <a:picLocks noChangeAspect="1"/>
          </p:cNvPicPr>
          <p:nvPr/>
        </p:nvPicPr>
        <p:blipFill>
          <a:blip r:embed="rId3"/>
          <a:stretch>
            <a:fillRect/>
          </a:stretch>
        </p:blipFill>
        <p:spPr>
          <a:xfrm>
            <a:off x="10337800" y="5084763"/>
            <a:ext cx="1854200" cy="1854200"/>
          </a:xfrm>
          <a:prstGeom prst="rect">
            <a:avLst/>
          </a:prstGeom>
          <a:ln>
            <a:noFill/>
          </a:ln>
          <a:effectLst>
            <a:softEdge rad="112500"/>
          </a:effectLst>
        </p:spPr>
      </p:pic>
    </p:spTree>
    <p:extLst>
      <p:ext uri="{BB962C8B-B14F-4D97-AF65-F5344CB8AC3E}">
        <p14:creationId xmlns:p14="http://schemas.microsoft.com/office/powerpoint/2010/main" val="6870579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40D97-9B1C-D777-FCFD-F34055B25EFC}"/>
              </a:ext>
            </a:extLst>
          </p:cNvPr>
          <p:cNvSpPr>
            <a:spLocks noGrp="1"/>
          </p:cNvSpPr>
          <p:nvPr>
            <p:ph type="title"/>
          </p:nvPr>
        </p:nvSpPr>
        <p:spPr/>
        <p:txBody>
          <a:bodyPr>
            <a:normAutofit/>
          </a:bodyPr>
          <a:lstStyle/>
          <a:p>
            <a:r>
              <a:rPr lang="en-US" dirty="0"/>
              <a:t>Markov Decision Making Process </a:t>
            </a:r>
          </a:p>
        </p:txBody>
      </p:sp>
      <p:sp>
        <p:nvSpPr>
          <p:cNvPr id="3" name="Content Placeholder 2">
            <a:extLst>
              <a:ext uri="{FF2B5EF4-FFF2-40B4-BE49-F238E27FC236}">
                <a16:creationId xmlns:a16="http://schemas.microsoft.com/office/drawing/2014/main" id="{342A7D69-412E-781B-7C47-89C699ED889C}"/>
              </a:ext>
            </a:extLst>
          </p:cNvPr>
          <p:cNvSpPr>
            <a:spLocks noGrp="1"/>
          </p:cNvSpPr>
          <p:nvPr>
            <p:ph idx="1"/>
          </p:nvPr>
        </p:nvSpPr>
        <p:spPr>
          <a:xfrm>
            <a:off x="838200" y="1495425"/>
            <a:ext cx="10515600" cy="4351338"/>
          </a:xfrm>
        </p:spPr>
        <p:txBody>
          <a:bodyPr>
            <a:normAutofit/>
          </a:bodyPr>
          <a:lstStyle/>
          <a:p>
            <a:pPr marL="0" indent="0">
              <a:buNone/>
            </a:pPr>
            <a:r>
              <a:rPr lang="en-US" dirty="0">
                <a:latin typeface="+mn-lt"/>
              </a:rPr>
              <a:t>Markov decision processes (MDPs) provide a mathematical framework for modeling decision-making in situations where outcomes are partly random and partly under the control of a decision-maker. </a:t>
            </a:r>
          </a:p>
          <a:p>
            <a:pPr marL="0" indent="0">
              <a:buNone/>
            </a:pPr>
            <a:r>
              <a:rPr lang="en-US" b="1" i="0" dirty="0">
                <a:effectLst/>
                <a:latin typeface="+mn-lt"/>
              </a:rPr>
              <a:t>Applications:</a:t>
            </a:r>
          </a:p>
          <a:p>
            <a:pPr algn="l">
              <a:buFont typeface="Arial" panose="020B0604020202020204" pitchFamily="34" charset="0"/>
              <a:buChar char="•"/>
            </a:pPr>
            <a:r>
              <a:rPr lang="en-US" sz="2600" b="0" i="0" dirty="0">
                <a:effectLst/>
                <a:latin typeface="+mn-lt"/>
              </a:rPr>
              <a:t>Optimization Problems</a:t>
            </a:r>
          </a:p>
          <a:p>
            <a:pPr algn="l">
              <a:buFont typeface="Arial" panose="020B0604020202020204" pitchFamily="34" charset="0"/>
              <a:buChar char="•"/>
            </a:pPr>
            <a:r>
              <a:rPr lang="en-US" sz="2600" b="0" i="0" dirty="0">
                <a:effectLst/>
                <a:latin typeface="+mn-lt"/>
              </a:rPr>
              <a:t>Dynamic Programming</a:t>
            </a:r>
          </a:p>
          <a:p>
            <a:pPr algn="l">
              <a:buFont typeface="Arial" panose="020B0604020202020204" pitchFamily="34" charset="0"/>
              <a:buChar char="•"/>
            </a:pPr>
            <a:r>
              <a:rPr lang="en-US" sz="2600" b="0" i="0" dirty="0">
                <a:effectLst/>
                <a:latin typeface="+mn-lt"/>
              </a:rPr>
              <a:t>Reinforcement Learning</a:t>
            </a:r>
          </a:p>
          <a:p>
            <a:pPr marL="0" indent="0">
              <a:buNone/>
            </a:pPr>
            <a:endParaRPr lang="en-US" dirty="0"/>
          </a:p>
        </p:txBody>
      </p:sp>
      <p:pic>
        <p:nvPicPr>
          <p:cNvPr id="4" name="Picture 3">
            <a:extLst>
              <a:ext uri="{FF2B5EF4-FFF2-40B4-BE49-F238E27FC236}">
                <a16:creationId xmlns:a16="http://schemas.microsoft.com/office/drawing/2014/main" id="{E6716902-458A-04FA-FE95-5AFA833A8D85}"/>
              </a:ext>
            </a:extLst>
          </p:cNvPr>
          <p:cNvPicPr>
            <a:picLocks noChangeAspect="1"/>
          </p:cNvPicPr>
          <p:nvPr/>
        </p:nvPicPr>
        <p:blipFill>
          <a:blip r:embed="rId2"/>
          <a:stretch>
            <a:fillRect/>
          </a:stretch>
        </p:blipFill>
        <p:spPr>
          <a:xfrm>
            <a:off x="7659584" y="3187453"/>
            <a:ext cx="3122056" cy="3122056"/>
          </a:xfrm>
          <a:prstGeom prst="rect">
            <a:avLst/>
          </a:prstGeom>
          <a:ln>
            <a:noFill/>
          </a:ln>
          <a:effectLst>
            <a:softEdge rad="112500"/>
          </a:effectLst>
        </p:spPr>
      </p:pic>
    </p:spTree>
    <p:extLst>
      <p:ext uri="{BB962C8B-B14F-4D97-AF65-F5344CB8AC3E}">
        <p14:creationId xmlns:p14="http://schemas.microsoft.com/office/powerpoint/2010/main" val="28140783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731BB-86DE-A960-140E-DF0AFFC1034C}"/>
              </a:ext>
            </a:extLst>
          </p:cNvPr>
          <p:cNvSpPr>
            <a:spLocks noGrp="1"/>
          </p:cNvSpPr>
          <p:nvPr>
            <p:ph type="title"/>
          </p:nvPr>
        </p:nvSpPr>
        <p:spPr>
          <a:xfrm>
            <a:off x="838200" y="104166"/>
            <a:ext cx="10515600" cy="1153741"/>
          </a:xfrm>
        </p:spPr>
        <p:txBody>
          <a:bodyPr/>
          <a:lstStyle/>
          <a:p>
            <a:r>
              <a:rPr lang="en-US" dirty="0">
                <a:latin typeface="+mj-lt"/>
              </a:rPr>
              <a:t>The Core of MDPs</a:t>
            </a:r>
          </a:p>
        </p:txBody>
      </p:sp>
      <p:sp>
        <p:nvSpPr>
          <p:cNvPr id="3" name="Content Placeholder 2">
            <a:extLst>
              <a:ext uri="{FF2B5EF4-FFF2-40B4-BE49-F238E27FC236}">
                <a16:creationId xmlns:a16="http://schemas.microsoft.com/office/drawing/2014/main" id="{E457EE22-73EB-C4DB-2E31-D2EC31E71BA1}"/>
              </a:ext>
            </a:extLst>
          </p:cNvPr>
          <p:cNvSpPr>
            <a:spLocks noGrp="1"/>
          </p:cNvSpPr>
          <p:nvPr>
            <p:ph idx="1"/>
          </p:nvPr>
        </p:nvSpPr>
        <p:spPr>
          <a:xfrm>
            <a:off x="647700" y="1560141"/>
            <a:ext cx="10706100" cy="4616822"/>
          </a:xfrm>
        </p:spPr>
        <p:txBody>
          <a:bodyPr>
            <a:normAutofit fontScale="92500"/>
          </a:bodyPr>
          <a:lstStyle/>
          <a:p>
            <a:r>
              <a:rPr lang="en-US" dirty="0">
                <a:latin typeface="+mn-lt"/>
              </a:rPr>
              <a:t>States - Represent condition of environment</a:t>
            </a:r>
          </a:p>
          <a:p>
            <a:r>
              <a:rPr lang="en-US" dirty="0">
                <a:latin typeface="+mn-lt"/>
              </a:rPr>
              <a:t>Actions - Agent's potential moves in each state</a:t>
            </a:r>
          </a:p>
          <a:p>
            <a:r>
              <a:rPr lang="en-US" dirty="0">
                <a:latin typeface="+mn-lt"/>
              </a:rPr>
              <a:t>Rewards - Feedback for entering states</a:t>
            </a:r>
          </a:p>
          <a:p>
            <a:r>
              <a:rPr lang="en-US" dirty="0">
                <a:latin typeface="+mn-lt"/>
              </a:rPr>
              <a:t>Transitions - Probabilities of state changes for actions</a:t>
            </a:r>
          </a:p>
          <a:p>
            <a:r>
              <a:rPr lang="en-US" dirty="0">
                <a:latin typeface="+mn-lt"/>
              </a:rPr>
              <a:t>Together form MDP</a:t>
            </a:r>
          </a:p>
          <a:p>
            <a:r>
              <a:rPr lang="en-US" dirty="0">
                <a:latin typeface="+mn-lt"/>
              </a:rPr>
              <a:t>Agents use MDP to learn policies - decision rules to maximize reward</a:t>
            </a:r>
          </a:p>
          <a:p>
            <a:r>
              <a:rPr lang="en-US" dirty="0">
                <a:latin typeface="+mn-lt"/>
              </a:rPr>
              <a:t>Reinforcement learning with MDPs enables intelligent action selection</a:t>
            </a:r>
          </a:p>
          <a:p>
            <a:r>
              <a:rPr lang="en-US" dirty="0">
                <a:latin typeface="+mn-lt"/>
              </a:rPr>
              <a:t>MDPs provide framework for sequenced decisions under uncertainty</a:t>
            </a:r>
          </a:p>
        </p:txBody>
      </p:sp>
      <p:pic>
        <p:nvPicPr>
          <p:cNvPr id="4" name="Picture 3">
            <a:extLst>
              <a:ext uri="{FF2B5EF4-FFF2-40B4-BE49-F238E27FC236}">
                <a16:creationId xmlns:a16="http://schemas.microsoft.com/office/drawing/2014/main" id="{1FDBB1E0-596D-0191-F600-1B9D10003ECB}"/>
              </a:ext>
            </a:extLst>
          </p:cNvPr>
          <p:cNvPicPr>
            <a:picLocks noChangeAspect="1"/>
          </p:cNvPicPr>
          <p:nvPr/>
        </p:nvPicPr>
        <p:blipFill>
          <a:blip r:embed="rId3"/>
          <a:stretch>
            <a:fillRect/>
          </a:stretch>
        </p:blipFill>
        <p:spPr>
          <a:xfrm>
            <a:off x="9595262" y="1091149"/>
            <a:ext cx="2097974" cy="2097974"/>
          </a:xfrm>
          <a:prstGeom prst="rect">
            <a:avLst/>
          </a:prstGeom>
        </p:spPr>
      </p:pic>
    </p:spTree>
    <p:extLst>
      <p:ext uri="{BB962C8B-B14F-4D97-AF65-F5344CB8AC3E}">
        <p14:creationId xmlns:p14="http://schemas.microsoft.com/office/powerpoint/2010/main" val="15679677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EE6A1-70A1-C9AE-0807-76C093CC5BC1}"/>
              </a:ext>
            </a:extLst>
          </p:cNvPr>
          <p:cNvSpPr>
            <a:spLocks noGrp="1"/>
          </p:cNvSpPr>
          <p:nvPr>
            <p:ph type="title"/>
          </p:nvPr>
        </p:nvSpPr>
        <p:spPr/>
        <p:txBody>
          <a:bodyPr/>
          <a:lstStyle/>
          <a:p>
            <a:r>
              <a:rPr lang="en-US" dirty="0">
                <a:latin typeface="+mj-lt"/>
              </a:rPr>
              <a:t>MDPs in Gaming Scenarios</a:t>
            </a:r>
          </a:p>
        </p:txBody>
      </p:sp>
      <p:sp>
        <p:nvSpPr>
          <p:cNvPr id="3" name="Content Placeholder 2">
            <a:extLst>
              <a:ext uri="{FF2B5EF4-FFF2-40B4-BE49-F238E27FC236}">
                <a16:creationId xmlns:a16="http://schemas.microsoft.com/office/drawing/2014/main" id="{95DFBE1C-8C7C-554B-34BA-55D6E183B86F}"/>
              </a:ext>
            </a:extLst>
          </p:cNvPr>
          <p:cNvSpPr>
            <a:spLocks noGrp="1"/>
          </p:cNvSpPr>
          <p:nvPr>
            <p:ph idx="1"/>
          </p:nvPr>
        </p:nvSpPr>
        <p:spPr>
          <a:xfrm>
            <a:off x="838200" y="1384300"/>
            <a:ext cx="10515600" cy="4792663"/>
          </a:xfrm>
        </p:spPr>
        <p:txBody>
          <a:bodyPr>
            <a:normAutofit fontScale="92500" lnSpcReduction="10000"/>
          </a:bodyPr>
          <a:lstStyle/>
          <a:p>
            <a:r>
              <a:rPr lang="en-US" dirty="0">
                <a:latin typeface="+mn-lt"/>
              </a:rPr>
              <a:t>Dynamic difficulty adjustment - Modulate game challenge level based on player state</a:t>
            </a:r>
          </a:p>
          <a:p>
            <a:r>
              <a:rPr lang="en-US" dirty="0">
                <a:latin typeface="+mn-lt"/>
              </a:rPr>
              <a:t>Actions - Tune spawn rates, bonuses dynamically</a:t>
            </a:r>
          </a:p>
          <a:p>
            <a:r>
              <a:rPr lang="en-US" dirty="0">
                <a:latin typeface="+mn-lt"/>
              </a:rPr>
              <a:t>Personalized gaming experience</a:t>
            </a:r>
          </a:p>
          <a:p>
            <a:r>
              <a:rPr lang="en-US" dirty="0">
                <a:latin typeface="+mn-lt"/>
              </a:rPr>
              <a:t>Procedural content generation - Construct new world areas fit to player status</a:t>
            </a:r>
          </a:p>
          <a:p>
            <a:r>
              <a:rPr lang="en-US" dirty="0">
                <a:latin typeface="+mn-lt"/>
              </a:rPr>
              <a:t>Actions - Introduce novel but navigable regions, useful items</a:t>
            </a:r>
          </a:p>
          <a:p>
            <a:r>
              <a:rPr lang="en-US" dirty="0">
                <a:latin typeface="+mn-lt"/>
              </a:rPr>
              <a:t>Sustain engagement via optimized world expansion</a:t>
            </a:r>
          </a:p>
          <a:p>
            <a:r>
              <a:rPr lang="en-US" dirty="0">
                <a:latin typeface="+mn-lt"/>
              </a:rPr>
              <a:t>In both cases, MDPs enable sequential, adaptive decisions</a:t>
            </a:r>
          </a:p>
          <a:p>
            <a:r>
              <a:rPr lang="en-US" dirty="0">
                <a:latin typeface="+mn-lt"/>
              </a:rPr>
              <a:t>Learn policies to shape game based on interaction history</a:t>
            </a:r>
          </a:p>
          <a:p>
            <a:r>
              <a:rPr lang="en-US" dirty="0">
                <a:latin typeface="+mn-lt"/>
              </a:rPr>
              <a:t>Handle AI need for uncertainty-aware choices</a:t>
            </a:r>
          </a:p>
        </p:txBody>
      </p:sp>
    </p:spTree>
    <p:extLst>
      <p:ext uri="{BB962C8B-B14F-4D97-AF65-F5344CB8AC3E}">
        <p14:creationId xmlns:p14="http://schemas.microsoft.com/office/powerpoint/2010/main" val="24308215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A7F44-9500-16AF-926C-0A2F688C8173}"/>
              </a:ext>
            </a:extLst>
          </p:cNvPr>
          <p:cNvSpPr>
            <a:spLocks noGrp="1"/>
          </p:cNvSpPr>
          <p:nvPr>
            <p:ph type="title"/>
          </p:nvPr>
        </p:nvSpPr>
        <p:spPr/>
        <p:txBody>
          <a:bodyPr>
            <a:normAutofit/>
          </a:bodyPr>
          <a:lstStyle/>
          <a:p>
            <a:r>
              <a:rPr lang="en-US" b="1" i="0" dirty="0">
                <a:effectLst/>
                <a:latin typeface="+mj-lt"/>
              </a:rPr>
              <a:t>AI's Advancements in Gaming</a:t>
            </a:r>
            <a:endParaRPr lang="en-US" dirty="0">
              <a:latin typeface="+mj-lt"/>
            </a:endParaRPr>
          </a:p>
        </p:txBody>
      </p:sp>
      <p:sp>
        <p:nvSpPr>
          <p:cNvPr id="3" name="Content Placeholder 2">
            <a:extLst>
              <a:ext uri="{FF2B5EF4-FFF2-40B4-BE49-F238E27FC236}">
                <a16:creationId xmlns:a16="http://schemas.microsoft.com/office/drawing/2014/main" id="{4FF12C5D-A6EF-55E0-62AD-4B1646D2FF54}"/>
              </a:ext>
            </a:extLst>
          </p:cNvPr>
          <p:cNvSpPr>
            <a:spLocks noGrp="1"/>
          </p:cNvSpPr>
          <p:nvPr>
            <p:ph idx="1"/>
          </p:nvPr>
        </p:nvSpPr>
        <p:spPr>
          <a:xfrm>
            <a:off x="838200" y="1422400"/>
            <a:ext cx="10515600" cy="4754563"/>
          </a:xfrm>
        </p:spPr>
        <p:txBody>
          <a:bodyPr>
            <a:normAutofit/>
          </a:bodyPr>
          <a:lstStyle/>
          <a:p>
            <a:r>
              <a:rPr lang="en-US" dirty="0">
                <a:latin typeface="+mn-lt"/>
              </a:rPr>
              <a:t>Sophisticated game AI enables rich, dynamic player experiences</a:t>
            </a:r>
          </a:p>
          <a:p>
            <a:r>
              <a:rPr lang="en-US" dirty="0">
                <a:latin typeface="+mn-lt"/>
              </a:rPr>
              <a:t>Leverages decision frameworks (MDPs, reinforcement learning)</a:t>
            </a:r>
          </a:p>
          <a:p>
            <a:r>
              <a:rPr lang="en-US" dirty="0">
                <a:latin typeface="+mn-lt"/>
              </a:rPr>
              <a:t>Realistic adaptable opponent behaviors, reactions</a:t>
            </a:r>
          </a:p>
          <a:p>
            <a:r>
              <a:rPr lang="en-US" dirty="0">
                <a:latin typeface="+mn-lt"/>
              </a:rPr>
              <a:t>Dynamic difficulty adjustment matches player skills</a:t>
            </a:r>
          </a:p>
          <a:p>
            <a:r>
              <a:rPr lang="en-US" dirty="0">
                <a:latin typeface="+mn-lt"/>
              </a:rPr>
              <a:t>Procedural content generation for personalized gameplay</a:t>
            </a:r>
          </a:p>
          <a:p>
            <a:r>
              <a:rPr lang="en-US" dirty="0">
                <a:latin typeface="+mn-lt"/>
              </a:rPr>
              <a:t>Responsive narrative with choices that impact story arcs</a:t>
            </a:r>
          </a:p>
          <a:p>
            <a:r>
              <a:rPr lang="en-US" dirty="0">
                <a:latin typeface="+mn-lt"/>
              </a:rPr>
              <a:t>Multiplayer environments evolve with collective player actions</a:t>
            </a:r>
          </a:p>
          <a:p>
            <a:r>
              <a:rPr lang="en-US" dirty="0">
                <a:latin typeface="+mn-lt"/>
              </a:rPr>
              <a:t>Game AI benchmarks drive expectations for strategic applications</a:t>
            </a:r>
          </a:p>
          <a:p>
            <a:endParaRPr lang="en-US" dirty="0">
              <a:latin typeface="+mn-lt"/>
            </a:endParaRPr>
          </a:p>
        </p:txBody>
      </p:sp>
    </p:spTree>
    <p:extLst>
      <p:ext uri="{BB962C8B-B14F-4D97-AF65-F5344CB8AC3E}">
        <p14:creationId xmlns:p14="http://schemas.microsoft.com/office/powerpoint/2010/main" val="36586950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CB973-DC14-4629-896B-DBF89CC9220A}"/>
              </a:ext>
            </a:extLst>
          </p:cNvPr>
          <p:cNvSpPr>
            <a:spLocks noGrp="1"/>
          </p:cNvSpPr>
          <p:nvPr>
            <p:ph type="title"/>
          </p:nvPr>
        </p:nvSpPr>
        <p:spPr>
          <a:xfrm>
            <a:off x="749300" y="495300"/>
            <a:ext cx="10515600" cy="1153741"/>
          </a:xfrm>
        </p:spPr>
        <p:txBody>
          <a:bodyPr>
            <a:normAutofit/>
          </a:bodyPr>
          <a:lstStyle/>
          <a:p>
            <a:r>
              <a:rPr lang="en-US" b="1" i="0" dirty="0">
                <a:effectLst/>
                <a:latin typeface="+mj-lt"/>
              </a:rPr>
              <a:t>AI and Player Interaction</a:t>
            </a:r>
            <a:endParaRPr lang="en-US" dirty="0">
              <a:latin typeface="+mj-lt"/>
            </a:endParaRPr>
          </a:p>
        </p:txBody>
      </p:sp>
      <p:sp>
        <p:nvSpPr>
          <p:cNvPr id="3" name="Content Placeholder 2">
            <a:extLst>
              <a:ext uri="{FF2B5EF4-FFF2-40B4-BE49-F238E27FC236}">
                <a16:creationId xmlns:a16="http://schemas.microsoft.com/office/drawing/2014/main" id="{4F284D77-15C6-A03A-1FAB-EBC782BC33CB}"/>
              </a:ext>
            </a:extLst>
          </p:cNvPr>
          <p:cNvSpPr>
            <a:spLocks noGrp="1"/>
          </p:cNvSpPr>
          <p:nvPr>
            <p:ph idx="1"/>
          </p:nvPr>
        </p:nvSpPr>
        <p:spPr>
          <a:xfrm>
            <a:off x="927100" y="1517785"/>
            <a:ext cx="10756900" cy="4537075"/>
          </a:xfrm>
        </p:spPr>
        <p:txBody>
          <a:bodyPr>
            <a:normAutofit/>
          </a:bodyPr>
          <a:lstStyle/>
          <a:p>
            <a:r>
              <a:rPr lang="en-US" sz="2400" dirty="0">
                <a:latin typeface="+mn-lt"/>
              </a:rPr>
              <a:t>AI is not just an opponent but a collaborator in modern gaming. </a:t>
            </a:r>
          </a:p>
          <a:p>
            <a:r>
              <a:rPr lang="en-US" sz="2400" dirty="0">
                <a:latin typeface="+mn-lt"/>
              </a:rPr>
              <a:t>AI pivotal for procedural content generation - enables unlimited novel game elements</a:t>
            </a:r>
          </a:p>
          <a:p>
            <a:r>
              <a:rPr lang="en-US" sz="2400" dirty="0">
                <a:latin typeface="+mn-lt"/>
              </a:rPr>
              <a:t>Algorithms with decision frameworks probabilistically create:</a:t>
            </a:r>
          </a:p>
          <a:p>
            <a:r>
              <a:rPr lang="en-US" sz="2400" dirty="0">
                <a:latin typeface="+mn-lt"/>
              </a:rPr>
              <a:t>Levels - varied layouts balanced for difficulty based on player models</a:t>
            </a:r>
          </a:p>
          <a:p>
            <a:r>
              <a:rPr lang="en-US" sz="2400" dirty="0">
                <a:latin typeface="+mn-lt"/>
              </a:rPr>
              <a:t>Challenges - enemies, obstacles matched to each player’s skill tier</a:t>
            </a:r>
          </a:p>
          <a:p>
            <a:r>
              <a:rPr lang="en-US" sz="2400" dirty="0">
                <a:latin typeface="+mn-lt"/>
              </a:rPr>
              <a:t>Narratives - branching storylines with continuity adapted to playstyles</a:t>
            </a:r>
          </a:p>
          <a:p>
            <a:r>
              <a:rPr lang="en-US" sz="2400" dirty="0">
                <a:latin typeface="+mn-lt"/>
              </a:rPr>
              <a:t>Ever-refreshing tailored content via AI keeps games endlessly enjoyable</a:t>
            </a:r>
          </a:p>
          <a:p>
            <a:r>
              <a:rPr lang="en-US" sz="2400" dirty="0">
                <a:latin typeface="+mn-lt"/>
              </a:rPr>
              <a:t>Systematically crafts unique gameplay experiences through simulation</a:t>
            </a:r>
          </a:p>
          <a:p>
            <a:r>
              <a:rPr lang="en-US" sz="2400" dirty="0">
                <a:latin typeface="+mn-lt"/>
              </a:rPr>
              <a:t>Possibilities only limited by computing power for decision theory evaluation</a:t>
            </a:r>
          </a:p>
        </p:txBody>
      </p:sp>
      <p:pic>
        <p:nvPicPr>
          <p:cNvPr id="4" name="Picture 3">
            <a:extLst>
              <a:ext uri="{FF2B5EF4-FFF2-40B4-BE49-F238E27FC236}">
                <a16:creationId xmlns:a16="http://schemas.microsoft.com/office/drawing/2014/main" id="{FEDBDCB7-C9C8-4E7B-195C-EB8A2DFCBB6B}"/>
              </a:ext>
            </a:extLst>
          </p:cNvPr>
          <p:cNvPicPr>
            <a:picLocks noChangeAspect="1"/>
          </p:cNvPicPr>
          <p:nvPr/>
        </p:nvPicPr>
        <p:blipFill>
          <a:blip r:embed="rId3"/>
          <a:stretch>
            <a:fillRect/>
          </a:stretch>
        </p:blipFill>
        <p:spPr>
          <a:xfrm>
            <a:off x="10406977" y="364044"/>
            <a:ext cx="1556824" cy="1284997"/>
          </a:xfrm>
          <a:prstGeom prst="rect">
            <a:avLst/>
          </a:prstGeom>
        </p:spPr>
      </p:pic>
    </p:spTree>
    <p:extLst>
      <p:ext uri="{BB962C8B-B14F-4D97-AF65-F5344CB8AC3E}">
        <p14:creationId xmlns:p14="http://schemas.microsoft.com/office/powerpoint/2010/main" val="32087210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66663-1D08-D613-889E-D61B4ED066BF}"/>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5C7CB634-6B0D-408C-C2A9-2AF74A34AE86}"/>
              </a:ext>
            </a:extLst>
          </p:cNvPr>
          <p:cNvSpPr>
            <a:spLocks noGrp="1"/>
          </p:cNvSpPr>
          <p:nvPr>
            <p:ph idx="1"/>
          </p:nvPr>
        </p:nvSpPr>
        <p:spPr>
          <a:xfrm>
            <a:off x="596900" y="1153741"/>
            <a:ext cx="10629900" cy="5150222"/>
          </a:xfrm>
        </p:spPr>
        <p:txBody>
          <a:bodyPr>
            <a:normAutofit fontScale="92500" lnSpcReduction="10000"/>
          </a:bodyPr>
          <a:lstStyle/>
          <a:p>
            <a:r>
              <a:rPr lang="en-US" sz="2400" dirty="0">
                <a:latin typeface="+mn-lt"/>
              </a:rPr>
              <a:t>Meet Pepper - she's an AI teammate helping her human partner Alex play a maze exploration game.</a:t>
            </a:r>
          </a:p>
          <a:p>
            <a:r>
              <a:rPr lang="en-US" sz="2400" dirty="0">
                <a:latin typeface="+mn-lt"/>
              </a:rPr>
              <a:t>In each room of the maze, Alex and Pepper have to open a door, discovering either a prize, an empty room, or a scary beast! They don't know what's behind each door...</a:t>
            </a:r>
          </a:p>
          <a:p>
            <a:r>
              <a:rPr lang="en-US" sz="2400" dirty="0">
                <a:latin typeface="+mn-lt"/>
              </a:rPr>
              <a:t>Pepper could randomly open doors, but that might reveal dangerous beast rooms which cost Alex his lives!</a:t>
            </a:r>
          </a:p>
          <a:p>
            <a:r>
              <a:rPr lang="en-US" sz="2400" dirty="0">
                <a:latin typeface="+mn-lt"/>
              </a:rPr>
              <a:t>Instead, Pepper uses an MDP to learn good policies. Her AI tracks:</a:t>
            </a:r>
          </a:p>
          <a:p>
            <a:pPr lvl="1"/>
            <a:r>
              <a:rPr lang="en-US" dirty="0">
                <a:latin typeface="+mn-lt"/>
              </a:rPr>
              <a:t>Alex's lives/health left</a:t>
            </a:r>
          </a:p>
          <a:p>
            <a:pPr lvl="1"/>
            <a:r>
              <a:rPr lang="en-US" dirty="0"/>
              <a:t>Number of empty rooms opened recently</a:t>
            </a:r>
          </a:p>
          <a:p>
            <a:pPr lvl="1"/>
            <a:r>
              <a:rPr lang="en-US" dirty="0"/>
              <a:t>How many prizes they obtained so far</a:t>
            </a:r>
          </a:p>
          <a:p>
            <a:pPr lvl="1"/>
            <a:r>
              <a:rPr lang="en-US" dirty="0"/>
              <a:t>And remembers results for choices like:</a:t>
            </a:r>
          </a:p>
          <a:p>
            <a:pPr lvl="2"/>
            <a:r>
              <a:rPr lang="en-US" dirty="0"/>
              <a:t>Open the left door</a:t>
            </a:r>
          </a:p>
          <a:p>
            <a:pPr lvl="2"/>
            <a:r>
              <a:rPr lang="en-US" dirty="0"/>
              <a:t>Open the right door</a:t>
            </a:r>
          </a:p>
          <a:p>
            <a:pPr lvl="1"/>
            <a:r>
              <a:rPr lang="en-US" dirty="0"/>
              <a:t>Use a special key on a locked door</a:t>
            </a:r>
          </a:p>
          <a:p>
            <a:pPr lvl="1"/>
            <a:endParaRPr lang="en-US" dirty="0">
              <a:latin typeface="+mn-lt"/>
            </a:endParaRPr>
          </a:p>
        </p:txBody>
      </p:sp>
    </p:spTree>
    <p:extLst>
      <p:ext uri="{BB962C8B-B14F-4D97-AF65-F5344CB8AC3E}">
        <p14:creationId xmlns:p14="http://schemas.microsoft.com/office/powerpoint/2010/main" val="33706179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66663-1D08-D613-889E-D61B4ED066BF}"/>
              </a:ext>
            </a:extLst>
          </p:cNvPr>
          <p:cNvSpPr>
            <a:spLocks noGrp="1"/>
          </p:cNvSpPr>
          <p:nvPr>
            <p:ph type="title"/>
          </p:nvPr>
        </p:nvSpPr>
        <p:spPr/>
        <p:txBody>
          <a:bodyPr/>
          <a:lstStyle/>
          <a:p>
            <a:r>
              <a:rPr lang="en-US" dirty="0"/>
              <a:t>Example  Cont.</a:t>
            </a:r>
          </a:p>
        </p:txBody>
      </p:sp>
      <p:sp>
        <p:nvSpPr>
          <p:cNvPr id="3" name="Content Placeholder 2">
            <a:extLst>
              <a:ext uri="{FF2B5EF4-FFF2-40B4-BE49-F238E27FC236}">
                <a16:creationId xmlns:a16="http://schemas.microsoft.com/office/drawing/2014/main" id="{5C7CB634-6B0D-408C-C2A9-2AF74A34AE86}"/>
              </a:ext>
            </a:extLst>
          </p:cNvPr>
          <p:cNvSpPr>
            <a:spLocks noGrp="1"/>
          </p:cNvSpPr>
          <p:nvPr>
            <p:ph idx="1"/>
          </p:nvPr>
        </p:nvSpPr>
        <p:spPr>
          <a:xfrm>
            <a:off x="660400" y="1803399"/>
            <a:ext cx="10693400" cy="4373563"/>
          </a:xfrm>
        </p:spPr>
        <p:txBody>
          <a:bodyPr>
            <a:normAutofit/>
          </a:bodyPr>
          <a:lstStyle/>
          <a:p>
            <a:r>
              <a:rPr lang="en-US" sz="2400" dirty="0"/>
              <a:t>After some maze practice, Pepper knows opening locked doors tends to yield prizes more often when Alex is healthy. She avoids risky doors if Alex's lives are low, learning that cautious play lets them last longer!</a:t>
            </a:r>
          </a:p>
          <a:p>
            <a:r>
              <a:rPr lang="en-US" sz="2400" dirty="0"/>
              <a:t>So Pepper uses her MDP helper to make smart choices that match the uncertainty of what might come next! Her AI now has Alex's back.</a:t>
            </a:r>
          </a:p>
        </p:txBody>
      </p:sp>
    </p:spTree>
    <p:extLst>
      <p:ext uri="{BB962C8B-B14F-4D97-AF65-F5344CB8AC3E}">
        <p14:creationId xmlns:p14="http://schemas.microsoft.com/office/powerpoint/2010/main" val="23466362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CCFF"/>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D168DEF-BC09-1E1B-63C3-B98ACDFF8F7A}"/>
              </a:ext>
            </a:extLst>
          </p:cNvPr>
          <p:cNvSpPr>
            <a:spLocks noGrp="1"/>
          </p:cNvSpPr>
          <p:nvPr>
            <p:ph type="ctrTitle"/>
          </p:nvPr>
        </p:nvSpPr>
        <p:spPr>
          <a:xfrm>
            <a:off x="1524000" y="1584325"/>
            <a:ext cx="9144000" cy="2387600"/>
          </a:xfrm>
          <a:solidFill>
            <a:schemeClr val="bg1"/>
          </a:solidFill>
        </p:spPr>
        <p:txBody>
          <a:bodyPr>
            <a:normAutofit/>
          </a:bodyPr>
          <a:lstStyle/>
          <a:p>
            <a:r>
              <a:rPr lang="en-US" b="1" i="0" dirty="0">
                <a:effectLst/>
                <a:latin typeface="Söhne"/>
              </a:rPr>
              <a:t>AI in Gaming</a:t>
            </a:r>
            <a:endParaRPr lang="en-US" dirty="0"/>
          </a:p>
        </p:txBody>
      </p:sp>
      <p:sp>
        <p:nvSpPr>
          <p:cNvPr id="5" name="Subtitle 4">
            <a:extLst>
              <a:ext uri="{FF2B5EF4-FFF2-40B4-BE49-F238E27FC236}">
                <a16:creationId xmlns:a16="http://schemas.microsoft.com/office/drawing/2014/main" id="{EEA70146-7D67-8AD8-A6F8-8024C7D279F1}"/>
              </a:ext>
            </a:extLst>
          </p:cNvPr>
          <p:cNvSpPr>
            <a:spLocks noGrp="1"/>
          </p:cNvSpPr>
          <p:nvPr>
            <p:ph type="subTitle" idx="1"/>
          </p:nvPr>
        </p:nvSpPr>
        <p:spPr>
          <a:xfrm>
            <a:off x="1524000" y="4079875"/>
            <a:ext cx="9144000" cy="1655762"/>
          </a:xfrm>
          <a:solidFill>
            <a:schemeClr val="bg1"/>
          </a:solidFill>
        </p:spPr>
        <p:txBody>
          <a:bodyPr/>
          <a:lstStyle/>
          <a:p>
            <a:r>
              <a:rPr lang="en-US" dirty="0"/>
              <a:t>How AI is Pushing Gaming Forward</a:t>
            </a:r>
          </a:p>
        </p:txBody>
      </p:sp>
    </p:spTree>
    <p:extLst>
      <p:ext uri="{BB962C8B-B14F-4D97-AF65-F5344CB8AC3E}">
        <p14:creationId xmlns:p14="http://schemas.microsoft.com/office/powerpoint/2010/main" val="2834273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038F7-CDA1-5D18-0B58-19634F65909B}"/>
              </a:ext>
            </a:extLst>
          </p:cNvPr>
          <p:cNvSpPr>
            <a:spLocks noGrp="1"/>
          </p:cNvSpPr>
          <p:nvPr>
            <p:ph type="title"/>
          </p:nvPr>
        </p:nvSpPr>
        <p:spPr/>
        <p:txBody>
          <a:bodyPr>
            <a:normAutofit/>
          </a:bodyPr>
          <a:lstStyle/>
          <a:p>
            <a:r>
              <a:rPr lang="en-US" b="1" i="0" dirty="0">
                <a:effectLst/>
                <a:latin typeface="+mj-lt"/>
              </a:rPr>
              <a:t>From Games to AI  to AI for Games</a:t>
            </a:r>
            <a:endParaRPr lang="en-US" dirty="0">
              <a:latin typeface="+mj-lt"/>
            </a:endParaRPr>
          </a:p>
        </p:txBody>
      </p:sp>
      <p:sp>
        <p:nvSpPr>
          <p:cNvPr id="3" name="Content Placeholder 2">
            <a:extLst>
              <a:ext uri="{FF2B5EF4-FFF2-40B4-BE49-F238E27FC236}">
                <a16:creationId xmlns:a16="http://schemas.microsoft.com/office/drawing/2014/main" id="{B45DF65C-0343-EC50-88B1-0684DCCCB9DE}"/>
              </a:ext>
            </a:extLst>
          </p:cNvPr>
          <p:cNvSpPr>
            <a:spLocks noGrp="1"/>
          </p:cNvSpPr>
          <p:nvPr>
            <p:ph idx="1"/>
          </p:nvPr>
        </p:nvSpPr>
        <p:spPr/>
        <p:txBody>
          <a:bodyPr/>
          <a:lstStyle/>
          <a:p>
            <a:r>
              <a:rPr lang="en-US" b="0" i="0" dirty="0">
                <a:solidFill>
                  <a:srgbClr val="D1D5DB"/>
                </a:solidFill>
                <a:effectLst/>
                <a:latin typeface="+mn-lt"/>
              </a:rPr>
              <a:t>Having explored the role of games in shaping AI, we now transition to understanding how AI, armed with sophisticated decision-making frameworks like decision theory and MDPs, is influencing and revolutionizing the gaming industry.</a:t>
            </a:r>
            <a:endParaRPr lang="en-US" dirty="0">
              <a:latin typeface="+mn-lt"/>
            </a:endParaRPr>
          </a:p>
        </p:txBody>
      </p:sp>
    </p:spTree>
    <p:extLst>
      <p:ext uri="{BB962C8B-B14F-4D97-AF65-F5344CB8AC3E}">
        <p14:creationId xmlns:p14="http://schemas.microsoft.com/office/powerpoint/2010/main" val="35042496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48F73-C232-ED67-AD46-BEEA9AEF76A3}"/>
              </a:ext>
            </a:extLst>
          </p:cNvPr>
          <p:cNvSpPr>
            <a:spLocks noGrp="1"/>
          </p:cNvSpPr>
          <p:nvPr>
            <p:ph type="title"/>
          </p:nvPr>
        </p:nvSpPr>
        <p:spPr>
          <a:xfrm>
            <a:off x="933203" y="213756"/>
            <a:ext cx="10515600" cy="1153741"/>
          </a:xfrm>
        </p:spPr>
        <p:txBody>
          <a:bodyPr/>
          <a:lstStyle/>
          <a:p>
            <a:r>
              <a:rPr lang="en-US" dirty="0">
                <a:latin typeface="+mj-lt"/>
              </a:rPr>
              <a:t>AI's Role in Content Creation</a:t>
            </a:r>
          </a:p>
        </p:txBody>
      </p:sp>
      <p:sp>
        <p:nvSpPr>
          <p:cNvPr id="3" name="Content Placeholder 2">
            <a:extLst>
              <a:ext uri="{FF2B5EF4-FFF2-40B4-BE49-F238E27FC236}">
                <a16:creationId xmlns:a16="http://schemas.microsoft.com/office/drawing/2014/main" id="{DAFC8330-6243-F03B-F2EF-4D90FF137BD8}"/>
              </a:ext>
            </a:extLst>
          </p:cNvPr>
          <p:cNvSpPr>
            <a:spLocks noGrp="1"/>
          </p:cNvSpPr>
          <p:nvPr>
            <p:ph idx="1"/>
          </p:nvPr>
        </p:nvSpPr>
        <p:spPr/>
        <p:txBody>
          <a:bodyPr/>
          <a:lstStyle/>
          <a:p>
            <a:r>
              <a:rPr lang="en-US" dirty="0"/>
              <a:t>"Beyond gameplay, AI plays a pivotal role in content creation for games. Here, we explore how AI uses decision theory and MDPs to generate dynamic content, such as levels, challenges, and narratives, making each game unique and re-playable."</a:t>
            </a:r>
          </a:p>
        </p:txBody>
      </p:sp>
    </p:spTree>
    <p:extLst>
      <p:ext uri="{BB962C8B-B14F-4D97-AF65-F5344CB8AC3E}">
        <p14:creationId xmlns:p14="http://schemas.microsoft.com/office/powerpoint/2010/main" val="38724778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2">
            <a:extLst>
              <a:ext uri="{FF2B5EF4-FFF2-40B4-BE49-F238E27FC236}">
                <a16:creationId xmlns:a16="http://schemas.microsoft.com/office/drawing/2014/main" id="{78FD1C47-948F-407D-2635-50B6F89F3A62}"/>
              </a:ext>
            </a:extLst>
          </p:cNvPr>
          <p:cNvSpPr/>
          <p:nvPr/>
        </p:nvSpPr>
        <p:spPr>
          <a:xfrm>
            <a:off x="712978" y="451364"/>
            <a:ext cx="10970646" cy="1157288"/>
          </a:xfrm>
          <a:prstGeom prst="rect">
            <a:avLst/>
          </a:prstGeom>
          <a:noFill/>
          <a:ln/>
        </p:spPr>
        <p:txBody>
          <a:bodyPr wrap="square" lIns="76200" tIns="38100" rIns="76200" bIns="38100" rtlCol="0" anchor="t"/>
          <a:lst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a:lnSpc>
                <a:spcPts val="4556"/>
              </a:lnSpc>
            </a:pPr>
            <a:r>
              <a:rPr lang="en-US" sz="3667" b="1" dirty="0">
                <a:latin typeface="+mj-lt"/>
                <a:cs typeface="MV Boli" panose="02000500030200090000" pitchFamily="2" charset="0"/>
              </a:rPr>
              <a:t>AI's Adaptive and Personalized Gaming</a:t>
            </a:r>
          </a:p>
        </p:txBody>
      </p:sp>
      <p:sp>
        <p:nvSpPr>
          <p:cNvPr id="18" name="Text 3">
            <a:extLst>
              <a:ext uri="{FF2B5EF4-FFF2-40B4-BE49-F238E27FC236}">
                <a16:creationId xmlns:a16="http://schemas.microsoft.com/office/drawing/2014/main" id="{FAD85D89-5E8A-4F3F-24AB-A4E443B3FDE0}"/>
              </a:ext>
            </a:extLst>
          </p:cNvPr>
          <p:cNvSpPr/>
          <p:nvPr/>
        </p:nvSpPr>
        <p:spPr>
          <a:xfrm>
            <a:off x="894659" y="1585640"/>
            <a:ext cx="6204150" cy="339740"/>
          </a:xfrm>
          <a:prstGeom prst="rect">
            <a:avLst/>
          </a:prstGeom>
          <a:noFill/>
          <a:ln/>
        </p:spPr>
        <p:txBody>
          <a:bodyPr wrap="none" lIns="76200" tIns="38100" rIns="76200" bIns="38100" rtlCol="0" anchor="t"/>
          <a:lst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a:lnSpc>
                <a:spcPts val="2278"/>
              </a:lnSpc>
            </a:pPr>
            <a:r>
              <a:rPr lang="en-US" sz="2000" b="1" dirty="0">
                <a:latin typeface="Arial Narrow"/>
                <a:ea typeface="Open Sans"/>
                <a:cs typeface="Arial Narrow" panose="020B0604020202020204" pitchFamily="34" charset="0"/>
              </a:rPr>
              <a:t>Enhancing Gameplay Realism</a:t>
            </a:r>
          </a:p>
        </p:txBody>
      </p:sp>
      <p:sp>
        <p:nvSpPr>
          <p:cNvPr id="19" name="Text 4">
            <a:extLst>
              <a:ext uri="{FF2B5EF4-FFF2-40B4-BE49-F238E27FC236}">
                <a16:creationId xmlns:a16="http://schemas.microsoft.com/office/drawing/2014/main" id="{AE3D3601-F63D-0BEA-3512-4E7F5A3E6B89}"/>
              </a:ext>
            </a:extLst>
          </p:cNvPr>
          <p:cNvSpPr/>
          <p:nvPr/>
        </p:nvSpPr>
        <p:spPr>
          <a:xfrm>
            <a:off x="894661" y="2146434"/>
            <a:ext cx="4790829" cy="1480840"/>
          </a:xfrm>
          <a:prstGeom prst="rect">
            <a:avLst/>
          </a:prstGeom>
          <a:noFill/>
          <a:ln/>
        </p:spPr>
        <p:txBody>
          <a:bodyPr wrap="square" lIns="76200" tIns="38100" rIns="76200" bIns="38100" rtlCol="0" anchor="t"/>
          <a:lst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a:lnSpc>
                <a:spcPts val="2332"/>
              </a:lnSpc>
            </a:pPr>
            <a:r>
              <a:rPr lang="en-US" sz="1500">
                <a:latin typeface="Arial"/>
                <a:ea typeface="Open Sans"/>
                <a:cs typeface="Arial"/>
              </a:rPr>
              <a:t>AI contributes to creating more realistic game environments, enhancing the overall gaming experience.</a:t>
            </a:r>
            <a:endParaRPr lang="en-US" sz="1500" dirty="0">
              <a:latin typeface="Arial"/>
              <a:ea typeface="Open Sans"/>
              <a:cs typeface="Arial"/>
            </a:endParaRPr>
          </a:p>
        </p:txBody>
      </p:sp>
      <p:sp>
        <p:nvSpPr>
          <p:cNvPr id="22" name="Freeform: Shape 10">
            <a:extLst>
              <a:ext uri="{FF2B5EF4-FFF2-40B4-BE49-F238E27FC236}">
                <a16:creationId xmlns:a16="http://schemas.microsoft.com/office/drawing/2014/main" id="{B36A122F-968E-E069-CEE0-E8E653D3C620}"/>
              </a:ext>
            </a:extLst>
          </p:cNvPr>
          <p:cNvSpPr/>
          <p:nvPr/>
        </p:nvSpPr>
        <p:spPr>
          <a:xfrm flipV="1">
            <a:off x="7098809" y="1921258"/>
            <a:ext cx="980958" cy="1878104"/>
          </a:xfrm>
          <a:custGeom>
            <a:avLst/>
            <a:gdLst>
              <a:gd name="connsiteX0" fmla="*/ 61312 w 1675550"/>
              <a:gd name="connsiteY0" fmla="*/ 158041 h 2454393"/>
              <a:gd name="connsiteX1" fmla="*/ 113207 w 1675550"/>
              <a:gd name="connsiteY1" fmla="*/ 193130 h 2454393"/>
              <a:gd name="connsiteX2" fmla="*/ 114890 w 1675550"/>
              <a:gd name="connsiteY2" fmla="*/ 201632 h 2454393"/>
              <a:gd name="connsiteX3" fmla="*/ 118593 w 1675550"/>
              <a:gd name="connsiteY3" fmla="*/ 201340 h 2454393"/>
              <a:gd name="connsiteX4" fmla="*/ 1642486 w 1675550"/>
              <a:gd name="connsiteY4" fmla="*/ 2347567 h 2454393"/>
              <a:gd name="connsiteX5" fmla="*/ 1641918 w 1675550"/>
              <a:gd name="connsiteY5" fmla="*/ 2348857 h 2454393"/>
              <a:gd name="connsiteX6" fmla="*/ 1658040 w 1675550"/>
              <a:gd name="connsiteY6" fmla="*/ 2355339 h 2454393"/>
              <a:gd name="connsiteX7" fmla="*/ 1675550 w 1675550"/>
              <a:gd name="connsiteY7" fmla="*/ 2396368 h 2454393"/>
              <a:gd name="connsiteX8" fmla="*/ 1615768 w 1675550"/>
              <a:gd name="connsiteY8" fmla="*/ 2454393 h 2454393"/>
              <a:gd name="connsiteX9" fmla="*/ 1598530 w 1675550"/>
              <a:gd name="connsiteY9" fmla="*/ 2447463 h 2454393"/>
              <a:gd name="connsiteX10" fmla="*/ 1596320 w 1675550"/>
              <a:gd name="connsiteY10" fmla="*/ 2452485 h 2454393"/>
              <a:gd name="connsiteX11" fmla="*/ 4322 w 1675550"/>
              <a:gd name="connsiteY11" fmla="*/ 210339 h 2454393"/>
              <a:gd name="connsiteX12" fmla="*/ 6038 w 1675550"/>
              <a:gd name="connsiteY12" fmla="*/ 210204 h 2454393"/>
              <a:gd name="connsiteX13" fmla="*/ 9417 w 1675550"/>
              <a:gd name="connsiteY13" fmla="*/ 193130 h 2454393"/>
              <a:gd name="connsiteX14" fmla="*/ 61312 w 1675550"/>
              <a:gd name="connsiteY14" fmla="*/ 158041 h 2454393"/>
              <a:gd name="connsiteX15" fmla="*/ 62211 w 1675550"/>
              <a:gd name="connsiteY15" fmla="*/ 0 h 2454393"/>
              <a:gd name="connsiteX16" fmla="*/ 124422 w 1675550"/>
              <a:gd name="connsiteY16" fmla="*/ 60382 h 2454393"/>
              <a:gd name="connsiteX17" fmla="*/ 62211 w 1675550"/>
              <a:gd name="connsiteY17" fmla="*/ 120764 h 2454393"/>
              <a:gd name="connsiteX18" fmla="*/ 0 w 1675550"/>
              <a:gd name="connsiteY18" fmla="*/ 60382 h 2454393"/>
              <a:gd name="connsiteX19" fmla="*/ 62211 w 1675550"/>
              <a:gd name="connsiteY19" fmla="*/ 0 h 2454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675550" h="2454393">
                <a:moveTo>
                  <a:pt x="61312" y="158041"/>
                </a:moveTo>
                <a:cubicBezTo>
                  <a:pt x="84641" y="158041"/>
                  <a:pt x="104657" y="172510"/>
                  <a:pt x="113207" y="193130"/>
                </a:cubicBezTo>
                <a:lnTo>
                  <a:pt x="114890" y="201632"/>
                </a:lnTo>
                <a:lnTo>
                  <a:pt x="118593" y="201340"/>
                </a:lnTo>
                <a:cubicBezTo>
                  <a:pt x="192724" y="1142733"/>
                  <a:pt x="778154" y="1967243"/>
                  <a:pt x="1642486" y="2347567"/>
                </a:cubicBezTo>
                <a:lnTo>
                  <a:pt x="1641918" y="2348857"/>
                </a:lnTo>
                <a:lnTo>
                  <a:pt x="1658040" y="2355339"/>
                </a:lnTo>
                <a:cubicBezTo>
                  <a:pt x="1668858" y="2365839"/>
                  <a:pt x="1675550" y="2380345"/>
                  <a:pt x="1675550" y="2396368"/>
                </a:cubicBezTo>
                <a:cubicBezTo>
                  <a:pt x="1675550" y="2428414"/>
                  <a:pt x="1648785" y="2454393"/>
                  <a:pt x="1615768" y="2454393"/>
                </a:cubicBezTo>
                <a:lnTo>
                  <a:pt x="1598530" y="2447463"/>
                </a:lnTo>
                <a:lnTo>
                  <a:pt x="1596320" y="2452485"/>
                </a:lnTo>
                <a:cubicBezTo>
                  <a:pt x="693359" y="2055164"/>
                  <a:pt x="81765" y="1193804"/>
                  <a:pt x="4322" y="210339"/>
                </a:cubicBezTo>
                <a:lnTo>
                  <a:pt x="6038" y="210204"/>
                </a:lnTo>
                <a:lnTo>
                  <a:pt x="9417" y="193130"/>
                </a:lnTo>
                <a:cubicBezTo>
                  <a:pt x="17967" y="172510"/>
                  <a:pt x="37984" y="158041"/>
                  <a:pt x="61312" y="158041"/>
                </a:cubicBezTo>
                <a:close/>
                <a:moveTo>
                  <a:pt x="62211" y="0"/>
                </a:moveTo>
                <a:cubicBezTo>
                  <a:pt x="96569" y="0"/>
                  <a:pt x="124422" y="27034"/>
                  <a:pt x="124422" y="60382"/>
                </a:cubicBezTo>
                <a:cubicBezTo>
                  <a:pt x="124422" y="93730"/>
                  <a:pt x="96569" y="120764"/>
                  <a:pt x="62211" y="120764"/>
                </a:cubicBezTo>
                <a:cubicBezTo>
                  <a:pt x="27853" y="120764"/>
                  <a:pt x="0" y="93730"/>
                  <a:pt x="0" y="60382"/>
                </a:cubicBezTo>
                <a:cubicBezTo>
                  <a:pt x="0" y="27034"/>
                  <a:pt x="27853" y="0"/>
                  <a:pt x="62211" y="0"/>
                </a:cubicBezTo>
                <a:close/>
              </a:path>
            </a:pathLst>
          </a:custGeom>
          <a:solidFill>
            <a:schemeClr val="tx1">
              <a:lumMod val="75000"/>
              <a:lumOff val="25000"/>
              <a:alpha val="5972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algn="ctr"/>
            <a:endParaRPr lang="en-US" sz="2400"/>
          </a:p>
        </p:txBody>
      </p:sp>
      <p:sp>
        <p:nvSpPr>
          <p:cNvPr id="23" name="Freeform: Shape 10">
            <a:extLst>
              <a:ext uri="{FF2B5EF4-FFF2-40B4-BE49-F238E27FC236}">
                <a16:creationId xmlns:a16="http://schemas.microsoft.com/office/drawing/2014/main" id="{AFE7E6D8-AE2C-C1A0-01AB-D2AA0C1F2F33}"/>
              </a:ext>
            </a:extLst>
          </p:cNvPr>
          <p:cNvSpPr/>
          <p:nvPr/>
        </p:nvSpPr>
        <p:spPr>
          <a:xfrm flipH="1">
            <a:off x="10506954" y="3723387"/>
            <a:ext cx="980958" cy="1878104"/>
          </a:xfrm>
          <a:custGeom>
            <a:avLst/>
            <a:gdLst>
              <a:gd name="connsiteX0" fmla="*/ 61312 w 1675550"/>
              <a:gd name="connsiteY0" fmla="*/ 158041 h 2454393"/>
              <a:gd name="connsiteX1" fmla="*/ 113207 w 1675550"/>
              <a:gd name="connsiteY1" fmla="*/ 193130 h 2454393"/>
              <a:gd name="connsiteX2" fmla="*/ 114890 w 1675550"/>
              <a:gd name="connsiteY2" fmla="*/ 201632 h 2454393"/>
              <a:gd name="connsiteX3" fmla="*/ 118593 w 1675550"/>
              <a:gd name="connsiteY3" fmla="*/ 201340 h 2454393"/>
              <a:gd name="connsiteX4" fmla="*/ 1642486 w 1675550"/>
              <a:gd name="connsiteY4" fmla="*/ 2347567 h 2454393"/>
              <a:gd name="connsiteX5" fmla="*/ 1641918 w 1675550"/>
              <a:gd name="connsiteY5" fmla="*/ 2348857 h 2454393"/>
              <a:gd name="connsiteX6" fmla="*/ 1658040 w 1675550"/>
              <a:gd name="connsiteY6" fmla="*/ 2355339 h 2454393"/>
              <a:gd name="connsiteX7" fmla="*/ 1675550 w 1675550"/>
              <a:gd name="connsiteY7" fmla="*/ 2396368 h 2454393"/>
              <a:gd name="connsiteX8" fmla="*/ 1615768 w 1675550"/>
              <a:gd name="connsiteY8" fmla="*/ 2454393 h 2454393"/>
              <a:gd name="connsiteX9" fmla="*/ 1598530 w 1675550"/>
              <a:gd name="connsiteY9" fmla="*/ 2447463 h 2454393"/>
              <a:gd name="connsiteX10" fmla="*/ 1596320 w 1675550"/>
              <a:gd name="connsiteY10" fmla="*/ 2452485 h 2454393"/>
              <a:gd name="connsiteX11" fmla="*/ 4322 w 1675550"/>
              <a:gd name="connsiteY11" fmla="*/ 210339 h 2454393"/>
              <a:gd name="connsiteX12" fmla="*/ 6038 w 1675550"/>
              <a:gd name="connsiteY12" fmla="*/ 210204 h 2454393"/>
              <a:gd name="connsiteX13" fmla="*/ 9417 w 1675550"/>
              <a:gd name="connsiteY13" fmla="*/ 193130 h 2454393"/>
              <a:gd name="connsiteX14" fmla="*/ 61312 w 1675550"/>
              <a:gd name="connsiteY14" fmla="*/ 158041 h 2454393"/>
              <a:gd name="connsiteX15" fmla="*/ 62211 w 1675550"/>
              <a:gd name="connsiteY15" fmla="*/ 0 h 2454393"/>
              <a:gd name="connsiteX16" fmla="*/ 124422 w 1675550"/>
              <a:gd name="connsiteY16" fmla="*/ 60382 h 2454393"/>
              <a:gd name="connsiteX17" fmla="*/ 62211 w 1675550"/>
              <a:gd name="connsiteY17" fmla="*/ 120764 h 2454393"/>
              <a:gd name="connsiteX18" fmla="*/ 0 w 1675550"/>
              <a:gd name="connsiteY18" fmla="*/ 60382 h 2454393"/>
              <a:gd name="connsiteX19" fmla="*/ 62211 w 1675550"/>
              <a:gd name="connsiteY19" fmla="*/ 0 h 2454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675550" h="2454393">
                <a:moveTo>
                  <a:pt x="61312" y="158041"/>
                </a:moveTo>
                <a:cubicBezTo>
                  <a:pt x="84641" y="158041"/>
                  <a:pt x="104657" y="172510"/>
                  <a:pt x="113207" y="193130"/>
                </a:cubicBezTo>
                <a:lnTo>
                  <a:pt x="114890" y="201632"/>
                </a:lnTo>
                <a:lnTo>
                  <a:pt x="118593" y="201340"/>
                </a:lnTo>
                <a:cubicBezTo>
                  <a:pt x="192724" y="1142733"/>
                  <a:pt x="778154" y="1967243"/>
                  <a:pt x="1642486" y="2347567"/>
                </a:cubicBezTo>
                <a:lnTo>
                  <a:pt x="1641918" y="2348857"/>
                </a:lnTo>
                <a:lnTo>
                  <a:pt x="1658040" y="2355339"/>
                </a:lnTo>
                <a:cubicBezTo>
                  <a:pt x="1668858" y="2365839"/>
                  <a:pt x="1675550" y="2380345"/>
                  <a:pt x="1675550" y="2396368"/>
                </a:cubicBezTo>
                <a:cubicBezTo>
                  <a:pt x="1675550" y="2428414"/>
                  <a:pt x="1648785" y="2454393"/>
                  <a:pt x="1615768" y="2454393"/>
                </a:cubicBezTo>
                <a:lnTo>
                  <a:pt x="1598530" y="2447463"/>
                </a:lnTo>
                <a:lnTo>
                  <a:pt x="1596320" y="2452485"/>
                </a:lnTo>
                <a:cubicBezTo>
                  <a:pt x="693359" y="2055164"/>
                  <a:pt x="81765" y="1193804"/>
                  <a:pt x="4322" y="210339"/>
                </a:cubicBezTo>
                <a:lnTo>
                  <a:pt x="6038" y="210204"/>
                </a:lnTo>
                <a:lnTo>
                  <a:pt x="9417" y="193130"/>
                </a:lnTo>
                <a:cubicBezTo>
                  <a:pt x="17967" y="172510"/>
                  <a:pt x="37984" y="158041"/>
                  <a:pt x="61312" y="158041"/>
                </a:cubicBezTo>
                <a:close/>
                <a:moveTo>
                  <a:pt x="62211" y="0"/>
                </a:moveTo>
                <a:cubicBezTo>
                  <a:pt x="96569" y="0"/>
                  <a:pt x="124422" y="27034"/>
                  <a:pt x="124422" y="60382"/>
                </a:cubicBezTo>
                <a:cubicBezTo>
                  <a:pt x="124422" y="93730"/>
                  <a:pt x="96569" y="120764"/>
                  <a:pt x="62211" y="120764"/>
                </a:cubicBezTo>
                <a:cubicBezTo>
                  <a:pt x="27853" y="120764"/>
                  <a:pt x="0" y="93730"/>
                  <a:pt x="0" y="60382"/>
                </a:cubicBezTo>
                <a:cubicBezTo>
                  <a:pt x="0" y="27034"/>
                  <a:pt x="27853" y="0"/>
                  <a:pt x="62211" y="0"/>
                </a:cubicBezTo>
                <a:close/>
              </a:path>
            </a:pathLst>
          </a:custGeom>
          <a:solidFill>
            <a:schemeClr val="tx1">
              <a:lumMod val="75000"/>
              <a:lumOff val="25000"/>
              <a:alpha val="60123"/>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algn="ctr"/>
            <a:endParaRPr lang="en-US" sz="2400"/>
          </a:p>
        </p:txBody>
      </p:sp>
      <p:sp>
        <p:nvSpPr>
          <p:cNvPr id="24" name="Text 4">
            <a:extLst>
              <a:ext uri="{FF2B5EF4-FFF2-40B4-BE49-F238E27FC236}">
                <a16:creationId xmlns:a16="http://schemas.microsoft.com/office/drawing/2014/main" id="{947A6968-AB68-7A61-A87E-318F5FE95EA4}"/>
              </a:ext>
            </a:extLst>
          </p:cNvPr>
          <p:cNvSpPr/>
          <p:nvPr/>
        </p:nvSpPr>
        <p:spPr>
          <a:xfrm>
            <a:off x="863093" y="5750081"/>
            <a:ext cx="6400488" cy="1480840"/>
          </a:xfrm>
          <a:prstGeom prst="rect">
            <a:avLst/>
          </a:prstGeom>
          <a:noFill/>
          <a:ln/>
        </p:spPr>
        <p:txBody>
          <a:bodyPr wrap="square" rtlCol="0" anchor="t"/>
          <a:lst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a:lnSpc>
                <a:spcPts val="2332"/>
              </a:lnSpc>
            </a:pPr>
            <a:r>
              <a:rPr lang="en-US" sz="1500">
                <a:latin typeface="Arial" panose="020B0604020202020204" pitchFamily="34" charset="0"/>
                <a:ea typeface="Open Sans" pitchFamily="34" charset="-122"/>
                <a:cs typeface="Arial" panose="020B0604020202020204" pitchFamily="34" charset="0"/>
              </a:rPr>
              <a:t>AI predicts and adapts to player actions, creating personalized and dynamic gaming scenarios.</a:t>
            </a:r>
            <a:endParaRPr lang="en-US" sz="1500" dirty="0">
              <a:latin typeface="Arial" panose="020B0604020202020204" pitchFamily="34" charset="0"/>
              <a:ea typeface="Open Sans" pitchFamily="34" charset="-122"/>
              <a:cs typeface="Arial" panose="020B0604020202020204" pitchFamily="34" charset="0"/>
            </a:endParaRPr>
          </a:p>
        </p:txBody>
      </p:sp>
      <p:sp>
        <p:nvSpPr>
          <p:cNvPr id="26" name="Text 3">
            <a:extLst>
              <a:ext uri="{FF2B5EF4-FFF2-40B4-BE49-F238E27FC236}">
                <a16:creationId xmlns:a16="http://schemas.microsoft.com/office/drawing/2014/main" id="{048709CF-3315-D366-8D94-9080F050BA94}"/>
              </a:ext>
            </a:extLst>
          </p:cNvPr>
          <p:cNvSpPr/>
          <p:nvPr/>
        </p:nvSpPr>
        <p:spPr>
          <a:xfrm>
            <a:off x="1891717" y="3358484"/>
            <a:ext cx="5106384" cy="369758"/>
          </a:xfrm>
          <a:prstGeom prst="rect">
            <a:avLst/>
          </a:prstGeom>
          <a:noFill/>
          <a:ln/>
        </p:spPr>
        <p:txBody>
          <a:bodyPr wrap="none" rtlCol="0" anchor="t"/>
          <a:lst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a:lnSpc>
                <a:spcPts val="2278"/>
              </a:lnSpc>
            </a:pPr>
            <a:r>
              <a:rPr lang="en-US" sz="2000" b="1">
                <a:latin typeface="Arial Narrow" panose="020B0604020202020204" pitchFamily="34" charset="0"/>
                <a:ea typeface="Open Sans" pitchFamily="34" charset="-122"/>
                <a:cs typeface="Arial Narrow" panose="020B0604020202020204" pitchFamily="34" charset="0"/>
              </a:rPr>
              <a:t>Tailoring Gameplay Challenges</a:t>
            </a:r>
            <a:endParaRPr lang="en-US" sz="2000" b="1" dirty="0">
              <a:latin typeface="Arial Narrow" panose="020B0604020202020204" pitchFamily="34" charset="0"/>
              <a:ea typeface="Open Sans" pitchFamily="34" charset="-122"/>
              <a:cs typeface="Arial Narrow" panose="020B0604020202020204" pitchFamily="34" charset="0"/>
            </a:endParaRPr>
          </a:p>
        </p:txBody>
      </p:sp>
      <p:sp>
        <p:nvSpPr>
          <p:cNvPr id="27" name="Text 4">
            <a:extLst>
              <a:ext uri="{FF2B5EF4-FFF2-40B4-BE49-F238E27FC236}">
                <a16:creationId xmlns:a16="http://schemas.microsoft.com/office/drawing/2014/main" id="{83F9B7E8-5045-C7FC-386B-B39E5AC006FF}"/>
              </a:ext>
            </a:extLst>
          </p:cNvPr>
          <p:cNvSpPr/>
          <p:nvPr/>
        </p:nvSpPr>
        <p:spPr>
          <a:xfrm>
            <a:off x="1891717" y="3919278"/>
            <a:ext cx="4790829" cy="1480840"/>
          </a:xfrm>
          <a:prstGeom prst="rect">
            <a:avLst/>
          </a:prstGeom>
          <a:noFill/>
          <a:ln/>
        </p:spPr>
        <p:txBody>
          <a:bodyPr wrap="square" rtlCol="0" anchor="t"/>
          <a:lst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a:lnSpc>
                <a:spcPts val="2332"/>
              </a:lnSpc>
            </a:pPr>
            <a:r>
              <a:rPr lang="en-US" sz="1500" dirty="0">
                <a:latin typeface="Arial" panose="020B0604020202020204" pitchFamily="34" charset="0"/>
                <a:ea typeface="Open Sans" pitchFamily="34" charset="-122"/>
                <a:cs typeface="Arial" panose="020B0604020202020204" pitchFamily="34" charset="0"/>
              </a:rPr>
              <a:t>AI customizes challenges and difficulty levels based on individual player skills and preferences.</a:t>
            </a:r>
          </a:p>
        </p:txBody>
      </p:sp>
      <p:sp>
        <p:nvSpPr>
          <p:cNvPr id="29" name="Text 3">
            <a:extLst>
              <a:ext uri="{FF2B5EF4-FFF2-40B4-BE49-F238E27FC236}">
                <a16:creationId xmlns:a16="http://schemas.microsoft.com/office/drawing/2014/main" id="{5F57CA0E-7388-0F2B-2127-663862BFEB09}"/>
              </a:ext>
            </a:extLst>
          </p:cNvPr>
          <p:cNvSpPr/>
          <p:nvPr/>
        </p:nvSpPr>
        <p:spPr>
          <a:xfrm>
            <a:off x="863092" y="5189287"/>
            <a:ext cx="6135009" cy="369758"/>
          </a:xfrm>
          <a:prstGeom prst="rect">
            <a:avLst/>
          </a:prstGeom>
          <a:noFill/>
          <a:ln/>
        </p:spPr>
        <p:txBody>
          <a:bodyPr wrap="none" rtlCol="0" anchor="t"/>
          <a:lst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a:lnSpc>
                <a:spcPts val="2278"/>
              </a:lnSpc>
            </a:pPr>
            <a:r>
              <a:rPr lang="en-US" sz="2000" b="1">
                <a:latin typeface="Arial Narrow" panose="020B0604020202020204" pitchFamily="34" charset="0"/>
                <a:ea typeface="Open Sans" pitchFamily="34" charset="-122"/>
                <a:cs typeface="Arial Narrow" panose="020B0604020202020204" pitchFamily="34" charset="0"/>
              </a:rPr>
              <a:t>Anticipating Player Actions</a:t>
            </a:r>
            <a:endParaRPr lang="en-US" sz="2000" b="1" dirty="0">
              <a:latin typeface="Arial Narrow" panose="020B0604020202020204" pitchFamily="34" charset="0"/>
              <a:ea typeface="Open Sans" pitchFamily="34" charset="-122"/>
              <a:cs typeface="Arial Narrow" panose="020B0604020202020204" pitchFamily="34" charset="0"/>
            </a:endParaRPr>
          </a:p>
        </p:txBody>
      </p:sp>
      <p:pic>
        <p:nvPicPr>
          <p:cNvPr id="2" name="Picture 1">
            <a:extLst>
              <a:ext uri="{FF2B5EF4-FFF2-40B4-BE49-F238E27FC236}">
                <a16:creationId xmlns:a16="http://schemas.microsoft.com/office/drawing/2014/main" id="{C17878FE-216B-90BA-2A3F-2918DF3B492D}"/>
              </a:ext>
            </a:extLst>
          </p:cNvPr>
          <p:cNvPicPr>
            <a:picLocks/>
          </p:cNvPicPr>
          <p:nvPr/>
        </p:nvPicPr>
        <p:blipFill>
          <a:blip r:embed="rId2">
            <a:extLst>
              <a:ext uri="{28A0092B-C50C-407E-A947-70E740481C1C}">
                <a14:useLocalDpi xmlns:a14="http://schemas.microsoft.com/office/drawing/2010/main" val="0"/>
              </a:ext>
            </a:extLst>
          </a:blip>
          <a:srcRect/>
          <a:stretch/>
        </p:blipFill>
        <p:spPr>
          <a:xfrm>
            <a:off x="7263581" y="1811014"/>
            <a:ext cx="4123824" cy="4123824"/>
          </a:xfrm>
          <a:prstGeom prst="ellipse">
            <a:avLst/>
          </a:prstGeom>
          <a:ln>
            <a:noFill/>
          </a:ln>
          <a:effectLst>
            <a:softEdge rad="112500"/>
          </a:effectLst>
        </p:spPr>
      </p:pic>
    </p:spTree>
    <p:extLst>
      <p:ext uri="{BB962C8B-B14F-4D97-AF65-F5344CB8AC3E}">
        <p14:creationId xmlns:p14="http://schemas.microsoft.com/office/powerpoint/2010/main" val="34304849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EE1DC-5609-C146-089F-6D0CDC25C90F}"/>
              </a:ext>
            </a:extLst>
          </p:cNvPr>
          <p:cNvSpPr>
            <a:spLocks noGrp="1"/>
          </p:cNvSpPr>
          <p:nvPr>
            <p:ph type="title"/>
          </p:nvPr>
        </p:nvSpPr>
        <p:spPr>
          <a:xfrm>
            <a:off x="921327" y="104166"/>
            <a:ext cx="10515600" cy="1153741"/>
          </a:xfrm>
        </p:spPr>
        <p:txBody>
          <a:bodyPr>
            <a:normAutofit fontScale="90000"/>
          </a:bodyPr>
          <a:lstStyle/>
          <a:p>
            <a:r>
              <a:rPr lang="en-US" dirty="0"/>
              <a:t>AI's Role in Creating Immersive Narratives</a:t>
            </a:r>
          </a:p>
        </p:txBody>
      </p:sp>
      <p:sp>
        <p:nvSpPr>
          <p:cNvPr id="3" name="Content Placeholder 2">
            <a:extLst>
              <a:ext uri="{FF2B5EF4-FFF2-40B4-BE49-F238E27FC236}">
                <a16:creationId xmlns:a16="http://schemas.microsoft.com/office/drawing/2014/main" id="{CEE631BE-986B-C396-C541-F14D85126487}"/>
              </a:ext>
            </a:extLst>
          </p:cNvPr>
          <p:cNvSpPr>
            <a:spLocks noGrp="1"/>
          </p:cNvSpPr>
          <p:nvPr>
            <p:ph idx="1"/>
          </p:nvPr>
        </p:nvSpPr>
        <p:spPr/>
        <p:txBody>
          <a:bodyPr/>
          <a:lstStyle/>
          <a:p>
            <a:r>
              <a:rPr lang="en-US" dirty="0"/>
              <a:t>"As we look to the future, the potential of AI in gaming, powered by advanced decision-making frameworks, is boundless.</a:t>
            </a:r>
          </a:p>
        </p:txBody>
      </p:sp>
    </p:spTree>
    <p:extLst>
      <p:ext uri="{BB962C8B-B14F-4D97-AF65-F5344CB8AC3E}">
        <p14:creationId xmlns:p14="http://schemas.microsoft.com/office/powerpoint/2010/main" val="41311325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48A27-63FF-AF35-9B8E-1941700A8881}"/>
              </a:ext>
            </a:extLst>
          </p:cNvPr>
          <p:cNvSpPr>
            <a:spLocks noGrp="1"/>
          </p:cNvSpPr>
          <p:nvPr>
            <p:ph type="title"/>
          </p:nvPr>
        </p:nvSpPr>
        <p:spPr/>
        <p:txBody>
          <a:bodyPr/>
          <a:lstStyle/>
          <a:p>
            <a:r>
              <a:rPr lang="en-US" dirty="0"/>
              <a:t>AI's Predictive Capabilities in Gaming</a:t>
            </a:r>
          </a:p>
        </p:txBody>
      </p:sp>
      <p:sp>
        <p:nvSpPr>
          <p:cNvPr id="3" name="Content Placeholder 2">
            <a:extLst>
              <a:ext uri="{FF2B5EF4-FFF2-40B4-BE49-F238E27FC236}">
                <a16:creationId xmlns:a16="http://schemas.microsoft.com/office/drawing/2014/main" id="{C165A7D0-EB56-8C78-CEF9-22B8F365B3C2}"/>
              </a:ext>
            </a:extLst>
          </p:cNvPr>
          <p:cNvSpPr>
            <a:spLocks noGrp="1"/>
          </p:cNvSpPr>
          <p:nvPr>
            <p:ph idx="1"/>
          </p:nvPr>
        </p:nvSpPr>
        <p:spPr/>
        <p:txBody>
          <a:bodyPr/>
          <a:lstStyle/>
          <a:p>
            <a:r>
              <a:rPr lang="en-US" dirty="0"/>
              <a:t>"Predictive AI transforms how games are designed and played.</a:t>
            </a:r>
          </a:p>
          <a:p>
            <a:r>
              <a:rPr lang="en-US" b="0" i="0" dirty="0">
                <a:solidFill>
                  <a:srgbClr val="D1D5DB"/>
                </a:solidFill>
                <a:effectLst/>
                <a:latin typeface="Söhne"/>
              </a:rPr>
              <a:t>AI anticipates player actions and preferences, using decision theory and MDPs to create more engaging and immersive gaming environments."</a:t>
            </a:r>
            <a:endParaRPr lang="en-US" dirty="0"/>
          </a:p>
        </p:txBody>
      </p:sp>
    </p:spTree>
    <p:extLst>
      <p:ext uri="{BB962C8B-B14F-4D97-AF65-F5344CB8AC3E}">
        <p14:creationId xmlns:p14="http://schemas.microsoft.com/office/powerpoint/2010/main" val="28185592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83478-7680-9F95-28CD-20558726C112}"/>
              </a:ext>
            </a:extLst>
          </p:cNvPr>
          <p:cNvSpPr>
            <a:spLocks noGrp="1"/>
          </p:cNvSpPr>
          <p:nvPr>
            <p:ph type="title"/>
          </p:nvPr>
        </p:nvSpPr>
        <p:spPr/>
        <p:txBody>
          <a:bodyPr/>
          <a:lstStyle/>
          <a:p>
            <a:r>
              <a:rPr lang="en-US" dirty="0"/>
              <a:t>Creating Immersive Narratives</a:t>
            </a:r>
          </a:p>
        </p:txBody>
      </p:sp>
      <p:sp>
        <p:nvSpPr>
          <p:cNvPr id="3" name="Content Placeholder 2">
            <a:extLst>
              <a:ext uri="{FF2B5EF4-FFF2-40B4-BE49-F238E27FC236}">
                <a16:creationId xmlns:a16="http://schemas.microsoft.com/office/drawing/2014/main" id="{D6DB9A46-AD5D-59BC-2B75-EE9C75D8AD3A}"/>
              </a:ext>
            </a:extLst>
          </p:cNvPr>
          <p:cNvSpPr>
            <a:spLocks noGrp="1"/>
          </p:cNvSpPr>
          <p:nvPr>
            <p:ph idx="1"/>
          </p:nvPr>
        </p:nvSpPr>
        <p:spPr/>
        <p:txBody>
          <a:bodyPr/>
          <a:lstStyle/>
          <a:p>
            <a:r>
              <a:rPr lang="en-US" dirty="0"/>
              <a:t>Narratives in games are no longer static, thanks to AI. </a:t>
            </a:r>
          </a:p>
          <a:p>
            <a:r>
              <a:rPr lang="en-US" dirty="0"/>
              <a:t>AI uses decision theory and MDPs to create dynamic narratives that adapt to player choices, making each gaming journey unique and personal."</a:t>
            </a:r>
          </a:p>
        </p:txBody>
      </p:sp>
    </p:spTree>
    <p:extLst>
      <p:ext uri="{BB962C8B-B14F-4D97-AF65-F5344CB8AC3E}">
        <p14:creationId xmlns:p14="http://schemas.microsoft.com/office/powerpoint/2010/main" val="8309997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2DB94-D244-8D6E-92A9-B46E2EEDD64A}"/>
              </a:ext>
            </a:extLst>
          </p:cNvPr>
          <p:cNvSpPr>
            <a:spLocks noGrp="1"/>
          </p:cNvSpPr>
          <p:nvPr>
            <p:ph type="title"/>
          </p:nvPr>
        </p:nvSpPr>
        <p:spPr>
          <a:xfrm>
            <a:off x="838200" y="222919"/>
            <a:ext cx="10515600" cy="1153741"/>
          </a:xfrm>
        </p:spPr>
        <p:txBody>
          <a:bodyPr>
            <a:normAutofit fontScale="90000"/>
          </a:bodyPr>
          <a:lstStyle/>
          <a:p>
            <a:r>
              <a:rPr lang="en-US" dirty="0">
                <a:latin typeface="+mj-lt"/>
              </a:rPr>
              <a:t>Games as a Platform for Advancing Speech Recognition:</a:t>
            </a:r>
          </a:p>
        </p:txBody>
      </p:sp>
      <p:sp>
        <p:nvSpPr>
          <p:cNvPr id="3" name="Content Placeholder 2">
            <a:extLst>
              <a:ext uri="{FF2B5EF4-FFF2-40B4-BE49-F238E27FC236}">
                <a16:creationId xmlns:a16="http://schemas.microsoft.com/office/drawing/2014/main" id="{9C065E6D-5EF8-67F8-5CE4-FEACAF9D7049}"/>
              </a:ext>
            </a:extLst>
          </p:cNvPr>
          <p:cNvSpPr>
            <a:spLocks noGrp="1"/>
          </p:cNvSpPr>
          <p:nvPr>
            <p:ph idx="1"/>
          </p:nvPr>
        </p:nvSpPr>
        <p:spPr/>
        <p:txBody>
          <a:bodyPr/>
          <a:lstStyle/>
          <a:p>
            <a:r>
              <a:rPr lang="en-US" dirty="0">
                <a:latin typeface="+mn-lt"/>
              </a:rPr>
              <a:t>Certain games have integrated speech recognition to enhance player interaction, pushing for advancements in speech recognition technology to better understand and process natural language inputs in real-time gaming scenarios.</a:t>
            </a:r>
          </a:p>
        </p:txBody>
      </p:sp>
    </p:spTree>
    <p:extLst>
      <p:ext uri="{BB962C8B-B14F-4D97-AF65-F5344CB8AC3E}">
        <p14:creationId xmlns:p14="http://schemas.microsoft.com/office/powerpoint/2010/main" val="6126190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2A641-AC3F-9EF7-5FA6-A1693956ADE7}"/>
              </a:ext>
            </a:extLst>
          </p:cNvPr>
          <p:cNvSpPr>
            <a:spLocks noGrp="1"/>
          </p:cNvSpPr>
          <p:nvPr>
            <p:ph type="title"/>
          </p:nvPr>
        </p:nvSpPr>
        <p:spPr/>
        <p:txBody>
          <a:bodyPr/>
          <a:lstStyle/>
          <a:p>
            <a:r>
              <a:rPr lang="en-US" dirty="0"/>
              <a:t>Voice Recognition  in Games-History</a:t>
            </a:r>
          </a:p>
        </p:txBody>
      </p:sp>
      <p:sp>
        <p:nvSpPr>
          <p:cNvPr id="3" name="Content Placeholder 2">
            <a:extLst>
              <a:ext uri="{FF2B5EF4-FFF2-40B4-BE49-F238E27FC236}">
                <a16:creationId xmlns:a16="http://schemas.microsoft.com/office/drawing/2014/main" id="{0ACCBB25-7265-C8F7-37E9-4245804E4D66}"/>
              </a:ext>
            </a:extLst>
          </p:cNvPr>
          <p:cNvSpPr>
            <a:spLocks noGrp="1"/>
          </p:cNvSpPr>
          <p:nvPr>
            <p:ph idx="1"/>
          </p:nvPr>
        </p:nvSpPr>
        <p:spPr>
          <a:xfrm>
            <a:off x="838200" y="1548101"/>
            <a:ext cx="10907486" cy="4580947"/>
          </a:xfrm>
        </p:spPr>
        <p:txBody>
          <a:bodyPr>
            <a:normAutofit/>
          </a:bodyPr>
          <a:lstStyle/>
          <a:p>
            <a:r>
              <a:rPr lang="en-US" sz="2400" dirty="0">
                <a:effectLst/>
                <a:ea typeface="Calibri" panose="020F0502020204030204" pitchFamily="34" charset="0"/>
              </a:rPr>
              <a:t>Early 2000s: Basic voice commands in gaming (e.g., Tom Clancy's </a:t>
            </a:r>
            <a:r>
              <a:rPr lang="en-US" sz="2400" dirty="0" err="1">
                <a:effectLst/>
                <a:ea typeface="Calibri" panose="020F0502020204030204" pitchFamily="34" charset="0"/>
              </a:rPr>
              <a:t>EndWar</a:t>
            </a:r>
            <a:r>
              <a:rPr lang="en-US" sz="2400" dirty="0">
                <a:effectLst/>
                <a:ea typeface="Calibri" panose="020F0502020204030204" pitchFamily="34" charset="0"/>
              </a:rPr>
              <a:t>)</a:t>
            </a:r>
          </a:p>
          <a:p>
            <a:r>
              <a:rPr lang="en-US" sz="2400" dirty="0">
                <a:effectLst/>
                <a:ea typeface="Calibri" panose="020F0502020204030204" pitchFamily="34" charset="0"/>
              </a:rPr>
              <a:t>2010s: Integration of voice-activated virtual assistants (e.g., Kinect for Xbox)</a:t>
            </a:r>
          </a:p>
          <a:p>
            <a:r>
              <a:rPr lang="en-US" sz="2400" dirty="0">
                <a:effectLst/>
                <a:ea typeface="Calibri" panose="020F0502020204030204" pitchFamily="34" charset="0"/>
              </a:rPr>
              <a:t>Late 2010s: Advanced NLP algorithms enabling more natural conversations (e.g., branching dialogues)</a:t>
            </a:r>
          </a:p>
          <a:p>
            <a:r>
              <a:rPr lang="en-US" sz="2400" dirty="0">
                <a:effectLst/>
                <a:ea typeface="Calibri" panose="020F0502020204030204" pitchFamily="34" charset="0"/>
              </a:rPr>
              <a:t>2020s: Real-time speech recognition and emotional tone analysis for immersive experience</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US"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3"/>
              </a:rPr>
              <a:t>Voice Recognition Video</a:t>
            </a:r>
            <a:endParaRPr lang="en-US" sz="2600" dirty="0"/>
          </a:p>
        </p:txBody>
      </p:sp>
      <p:pic>
        <p:nvPicPr>
          <p:cNvPr id="4" name="Picture 3">
            <a:hlinkClick r:id="rId4"/>
            <a:extLst>
              <a:ext uri="{FF2B5EF4-FFF2-40B4-BE49-F238E27FC236}">
                <a16:creationId xmlns:a16="http://schemas.microsoft.com/office/drawing/2014/main" id="{771DE77C-7492-DBCA-E2E6-973ED5D655B0}"/>
              </a:ext>
            </a:extLst>
          </p:cNvPr>
          <p:cNvPicPr>
            <a:picLocks noChangeAspect="1"/>
          </p:cNvPicPr>
          <p:nvPr/>
        </p:nvPicPr>
        <p:blipFill>
          <a:blip r:embed="rId5"/>
          <a:stretch>
            <a:fillRect/>
          </a:stretch>
        </p:blipFill>
        <p:spPr>
          <a:xfrm>
            <a:off x="3167827" y="4720855"/>
            <a:ext cx="2514630" cy="1408193"/>
          </a:xfrm>
          <a:prstGeom prst="rect">
            <a:avLst/>
          </a:prstGeom>
        </p:spPr>
      </p:pic>
    </p:spTree>
    <p:extLst>
      <p:ext uri="{BB962C8B-B14F-4D97-AF65-F5344CB8AC3E}">
        <p14:creationId xmlns:p14="http://schemas.microsoft.com/office/powerpoint/2010/main" val="2152548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A6888-BABC-CEDA-4AE7-BD8802BF5A36}"/>
              </a:ext>
            </a:extLst>
          </p:cNvPr>
          <p:cNvSpPr>
            <a:spLocks noGrp="1"/>
          </p:cNvSpPr>
          <p:nvPr>
            <p:ph type="title"/>
          </p:nvPr>
        </p:nvSpPr>
        <p:spPr/>
        <p:txBody>
          <a:bodyPr>
            <a:normAutofit fontScale="90000"/>
          </a:bodyPr>
          <a:lstStyle/>
          <a:p>
            <a:r>
              <a:rPr lang="en-US" dirty="0"/>
              <a:t>Voice Recognition  in Games: </a:t>
            </a:r>
            <a:r>
              <a:rPr lang="en-US" sz="4400" b="1" dirty="0"/>
              <a:t>Importance</a:t>
            </a:r>
            <a:endParaRPr lang="en-US" dirty="0"/>
          </a:p>
        </p:txBody>
      </p:sp>
      <p:sp>
        <p:nvSpPr>
          <p:cNvPr id="3" name="Content Placeholder 2">
            <a:extLst>
              <a:ext uri="{FF2B5EF4-FFF2-40B4-BE49-F238E27FC236}">
                <a16:creationId xmlns:a16="http://schemas.microsoft.com/office/drawing/2014/main" id="{A1375886-56B6-1BE8-18FB-2F9D6E239E3D}"/>
              </a:ext>
            </a:extLst>
          </p:cNvPr>
          <p:cNvSpPr>
            <a:spLocks noGrp="1"/>
          </p:cNvSpPr>
          <p:nvPr>
            <p:ph idx="1"/>
          </p:nvPr>
        </p:nvSpPr>
        <p:spPr>
          <a:xfrm>
            <a:off x="773084" y="1596044"/>
            <a:ext cx="10580716" cy="4580919"/>
          </a:xfrm>
        </p:spPr>
        <p:txBody>
          <a:bodyPr>
            <a:normAutofit/>
          </a:bodyPr>
          <a:lstStyle/>
          <a:p>
            <a:r>
              <a:rPr lang="en-US" sz="2600" dirty="0"/>
              <a:t>Data Collection: Games offer a diverse dataset for accents, dialects, and languages.</a:t>
            </a:r>
          </a:p>
          <a:p>
            <a:r>
              <a:rPr lang="en-US" sz="2600" dirty="0"/>
              <a:t>Natural Interaction: Pushes AI research on understanding natural language and context.</a:t>
            </a:r>
          </a:p>
          <a:p>
            <a:r>
              <a:rPr lang="en-US" sz="2600" dirty="0"/>
              <a:t>User Experience: Gamers expect intuitive interfaces; provides motivation for advanced AI solutions.</a:t>
            </a:r>
          </a:p>
          <a:p>
            <a:r>
              <a:rPr lang="en-US" sz="2600" dirty="0"/>
              <a:t>Simulation &amp; Training: Games as a sandbox for testing and improving AI algorithms.</a:t>
            </a:r>
          </a:p>
          <a:p>
            <a:r>
              <a:rPr lang="en-US" sz="2600" dirty="0"/>
              <a:t>Ethics &amp; Bias: Real-world testing grounds for ensuring fairness and avoiding biases in voice recognition</a:t>
            </a:r>
          </a:p>
        </p:txBody>
      </p:sp>
      <p:pic>
        <p:nvPicPr>
          <p:cNvPr id="7" name="Picture 6">
            <a:extLst>
              <a:ext uri="{FF2B5EF4-FFF2-40B4-BE49-F238E27FC236}">
                <a16:creationId xmlns:a16="http://schemas.microsoft.com/office/drawing/2014/main" id="{5E37A459-5F56-8F39-985F-EAA86D3C886A}"/>
              </a:ext>
            </a:extLst>
          </p:cNvPr>
          <p:cNvPicPr>
            <a:picLocks noChangeAspect="1"/>
          </p:cNvPicPr>
          <p:nvPr/>
        </p:nvPicPr>
        <p:blipFill>
          <a:blip r:embed="rId2">
            <a:clrChange>
              <a:clrFrom>
                <a:srgbClr val="F2F7FD"/>
              </a:clrFrom>
              <a:clrTo>
                <a:srgbClr val="F2F7FD">
                  <a:alpha val="0"/>
                </a:srgbClr>
              </a:clrTo>
            </a:clrChange>
          </a:blip>
          <a:stretch>
            <a:fillRect/>
          </a:stretch>
        </p:blipFill>
        <p:spPr>
          <a:xfrm>
            <a:off x="10704022" y="5370022"/>
            <a:ext cx="1487978" cy="1487978"/>
          </a:xfrm>
          <a:prstGeom prst="rect">
            <a:avLst/>
          </a:prstGeom>
        </p:spPr>
      </p:pic>
    </p:spTree>
    <p:extLst>
      <p:ext uri="{BB962C8B-B14F-4D97-AF65-F5344CB8AC3E}">
        <p14:creationId xmlns:p14="http://schemas.microsoft.com/office/powerpoint/2010/main" val="26795230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D3E77-C9C6-F28E-0CA6-D9071C6C8F33}"/>
              </a:ext>
            </a:extLst>
          </p:cNvPr>
          <p:cNvSpPr>
            <a:spLocks noGrp="1"/>
          </p:cNvSpPr>
          <p:nvPr>
            <p:ph type="title"/>
          </p:nvPr>
        </p:nvSpPr>
        <p:spPr>
          <a:xfrm>
            <a:off x="838200" y="270421"/>
            <a:ext cx="10515600" cy="1153741"/>
          </a:xfrm>
        </p:spPr>
        <p:txBody>
          <a:bodyPr>
            <a:normAutofit fontScale="90000"/>
          </a:bodyPr>
          <a:lstStyle/>
          <a:p>
            <a:r>
              <a:rPr lang="en-US" dirty="0">
                <a:latin typeface="+mj-lt"/>
              </a:rPr>
              <a:t>Speech Recognition Contributing to Game Development</a:t>
            </a:r>
          </a:p>
        </p:txBody>
      </p:sp>
      <p:sp>
        <p:nvSpPr>
          <p:cNvPr id="3" name="Content Placeholder 2">
            <a:extLst>
              <a:ext uri="{FF2B5EF4-FFF2-40B4-BE49-F238E27FC236}">
                <a16:creationId xmlns:a16="http://schemas.microsoft.com/office/drawing/2014/main" id="{AB225FB8-0BE1-50AB-313A-3C6546C98AEA}"/>
              </a:ext>
            </a:extLst>
          </p:cNvPr>
          <p:cNvSpPr>
            <a:spLocks noGrp="1"/>
          </p:cNvSpPr>
          <p:nvPr>
            <p:ph idx="1"/>
          </p:nvPr>
        </p:nvSpPr>
        <p:spPr>
          <a:xfrm>
            <a:off x="838200" y="1873126"/>
            <a:ext cx="10515600" cy="4351338"/>
          </a:xfrm>
        </p:spPr>
        <p:txBody>
          <a:bodyPr/>
          <a:lstStyle/>
          <a:p>
            <a:r>
              <a:rPr lang="en-US" dirty="0"/>
              <a:t>As speech recognition technology advanced, it found its way into game development, allowing for new gameplay mechanics. Games started to include voice-controlled actions, providing a more immersive and hands-free gaming experience.</a:t>
            </a:r>
          </a:p>
        </p:txBody>
      </p:sp>
    </p:spTree>
    <p:extLst>
      <p:ext uri="{BB962C8B-B14F-4D97-AF65-F5344CB8AC3E}">
        <p14:creationId xmlns:p14="http://schemas.microsoft.com/office/powerpoint/2010/main" val="17856557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BB60B-1525-BB0E-D9C2-6EE8338B366F}"/>
              </a:ext>
            </a:extLst>
          </p:cNvPr>
          <p:cNvSpPr>
            <a:spLocks noGrp="1"/>
          </p:cNvSpPr>
          <p:nvPr>
            <p:ph type="title"/>
          </p:nvPr>
        </p:nvSpPr>
        <p:spPr/>
        <p:txBody>
          <a:bodyPr/>
          <a:lstStyle/>
          <a:p>
            <a:r>
              <a:rPr lang="en-US" dirty="0"/>
              <a:t>Mutual Technological Growth:</a:t>
            </a:r>
          </a:p>
        </p:txBody>
      </p:sp>
      <p:sp>
        <p:nvSpPr>
          <p:cNvPr id="3" name="Content Placeholder 2">
            <a:extLst>
              <a:ext uri="{FF2B5EF4-FFF2-40B4-BE49-F238E27FC236}">
                <a16:creationId xmlns:a16="http://schemas.microsoft.com/office/drawing/2014/main" id="{9345BE97-BF7E-4616-34BA-5E0EF9C302DC}"/>
              </a:ext>
            </a:extLst>
          </p:cNvPr>
          <p:cNvSpPr>
            <a:spLocks noGrp="1"/>
          </p:cNvSpPr>
          <p:nvPr>
            <p:ph idx="1"/>
          </p:nvPr>
        </p:nvSpPr>
        <p:spPr/>
        <p:txBody>
          <a:bodyPr/>
          <a:lstStyle/>
          <a:p>
            <a:r>
              <a:rPr lang="en-US" dirty="0">
                <a:latin typeface="+mn-lt"/>
              </a:rPr>
              <a:t>The needs of game development have at times driven innovation in speech recognition, such as the need for accurate, low-latency processing of voice commands in games.</a:t>
            </a:r>
          </a:p>
          <a:p>
            <a:r>
              <a:rPr lang="en-US" dirty="0">
                <a:latin typeface="+mn-lt"/>
              </a:rPr>
              <a:t>Conversely, as speech recognition technology improved, it expanded the possibilities for game developers to include more natural and intuitive voice interactions in games.</a:t>
            </a:r>
          </a:p>
        </p:txBody>
      </p:sp>
    </p:spTree>
    <p:extLst>
      <p:ext uri="{BB962C8B-B14F-4D97-AF65-F5344CB8AC3E}">
        <p14:creationId xmlns:p14="http://schemas.microsoft.com/office/powerpoint/2010/main" val="26102615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343BC-88E1-ADBF-FEF6-B178FA5D489B}"/>
              </a:ext>
            </a:extLst>
          </p:cNvPr>
          <p:cNvSpPr>
            <a:spLocks noGrp="1"/>
          </p:cNvSpPr>
          <p:nvPr>
            <p:ph type="title"/>
          </p:nvPr>
        </p:nvSpPr>
        <p:spPr/>
        <p:txBody>
          <a:bodyPr/>
          <a:lstStyle/>
          <a:p>
            <a:r>
              <a:rPr lang="en-US" dirty="0"/>
              <a:t>Deep Insights 1 of 2</a:t>
            </a:r>
          </a:p>
        </p:txBody>
      </p:sp>
      <p:sp>
        <p:nvSpPr>
          <p:cNvPr id="3" name="Content Placeholder 2">
            <a:extLst>
              <a:ext uri="{FF2B5EF4-FFF2-40B4-BE49-F238E27FC236}">
                <a16:creationId xmlns:a16="http://schemas.microsoft.com/office/drawing/2014/main" id="{08242413-D90B-4A6A-4609-40CAB3E530C7}"/>
              </a:ext>
            </a:extLst>
          </p:cNvPr>
          <p:cNvSpPr>
            <a:spLocks noGrp="1"/>
          </p:cNvSpPr>
          <p:nvPr>
            <p:ph idx="1"/>
          </p:nvPr>
        </p:nvSpPr>
        <p:spPr/>
        <p:txBody>
          <a:bodyPr/>
          <a:lstStyle/>
          <a:p>
            <a:r>
              <a:rPr lang="en-US" dirty="0"/>
              <a:t>David Silver: The Man Behind AlphaGo and Alpha Zero – Lex Friedman Interview</a:t>
            </a:r>
          </a:p>
          <a:p>
            <a:endParaRPr lang="en-US" dirty="0"/>
          </a:p>
          <a:p>
            <a:endParaRPr lang="en-US" dirty="0"/>
          </a:p>
          <a:p>
            <a:endParaRPr lang="en-US" dirty="0"/>
          </a:p>
          <a:p>
            <a:pPr marL="0" indent="0">
              <a:buNone/>
            </a:pPr>
            <a:endParaRPr lang="en-US" dirty="0"/>
          </a:p>
        </p:txBody>
      </p:sp>
      <p:pic>
        <p:nvPicPr>
          <p:cNvPr id="5" name="Picture 4">
            <a:hlinkClick r:id="rId3"/>
            <a:extLst>
              <a:ext uri="{FF2B5EF4-FFF2-40B4-BE49-F238E27FC236}">
                <a16:creationId xmlns:a16="http://schemas.microsoft.com/office/drawing/2014/main" id="{744AD1EE-93FE-14FB-ED10-42800A757EB8}"/>
              </a:ext>
            </a:extLst>
          </p:cNvPr>
          <p:cNvPicPr>
            <a:picLocks noChangeAspect="1"/>
          </p:cNvPicPr>
          <p:nvPr/>
        </p:nvPicPr>
        <p:blipFill>
          <a:blip r:embed="rId4"/>
          <a:stretch>
            <a:fillRect/>
          </a:stretch>
        </p:blipFill>
        <p:spPr>
          <a:xfrm>
            <a:off x="2820622" y="2994814"/>
            <a:ext cx="6550755" cy="3317086"/>
          </a:xfrm>
          <a:prstGeom prst="rect">
            <a:avLst/>
          </a:prstGeom>
        </p:spPr>
      </p:pic>
    </p:spTree>
    <p:extLst>
      <p:ext uri="{BB962C8B-B14F-4D97-AF65-F5344CB8AC3E}">
        <p14:creationId xmlns:p14="http://schemas.microsoft.com/office/powerpoint/2010/main" val="29347736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D6669-E40C-5539-3490-5D055C1A6E83}"/>
              </a:ext>
            </a:extLst>
          </p:cNvPr>
          <p:cNvSpPr>
            <a:spLocks noGrp="1"/>
          </p:cNvSpPr>
          <p:nvPr>
            <p:ph type="title"/>
          </p:nvPr>
        </p:nvSpPr>
        <p:spPr/>
        <p:txBody>
          <a:bodyPr/>
          <a:lstStyle/>
          <a:p>
            <a:r>
              <a:rPr lang="en-US" dirty="0"/>
              <a:t>Deep Insights 2 of 2</a:t>
            </a:r>
          </a:p>
        </p:txBody>
      </p:sp>
      <p:sp>
        <p:nvSpPr>
          <p:cNvPr id="3" name="Content Placeholder 2">
            <a:extLst>
              <a:ext uri="{FF2B5EF4-FFF2-40B4-BE49-F238E27FC236}">
                <a16:creationId xmlns:a16="http://schemas.microsoft.com/office/drawing/2014/main" id="{A47BD0D3-90DC-51EE-3A21-D2D6A63C6C65}"/>
              </a:ext>
            </a:extLst>
          </p:cNvPr>
          <p:cNvSpPr>
            <a:spLocks noGrp="1"/>
          </p:cNvSpPr>
          <p:nvPr>
            <p:ph idx="1"/>
          </p:nvPr>
        </p:nvSpPr>
        <p:spPr>
          <a:xfrm>
            <a:off x="705395" y="1253331"/>
            <a:ext cx="10515600" cy="4351338"/>
          </a:xfrm>
        </p:spPr>
        <p:txBody>
          <a:bodyPr/>
          <a:lstStyle/>
          <a:p>
            <a:r>
              <a:rPr lang="en-US" dirty="0"/>
              <a:t>Check out Google Deep Minds website</a:t>
            </a:r>
          </a:p>
          <a:p>
            <a:r>
              <a:rPr lang="en-US" dirty="0"/>
              <a:t>Read this Paper</a:t>
            </a:r>
          </a:p>
          <a:p>
            <a:pPr lvl="1"/>
            <a:endParaRPr lang="en-US" dirty="0"/>
          </a:p>
        </p:txBody>
      </p:sp>
      <p:pic>
        <p:nvPicPr>
          <p:cNvPr id="4" name="Picture 3">
            <a:hlinkClick r:id="rId3"/>
            <a:extLst>
              <a:ext uri="{FF2B5EF4-FFF2-40B4-BE49-F238E27FC236}">
                <a16:creationId xmlns:a16="http://schemas.microsoft.com/office/drawing/2014/main" id="{B0FD3C05-5868-E30F-184F-015FBD2737DD}"/>
              </a:ext>
            </a:extLst>
          </p:cNvPr>
          <p:cNvPicPr>
            <a:picLocks noChangeAspect="1"/>
          </p:cNvPicPr>
          <p:nvPr/>
        </p:nvPicPr>
        <p:blipFill>
          <a:blip r:embed="rId4"/>
          <a:stretch>
            <a:fillRect/>
          </a:stretch>
        </p:blipFill>
        <p:spPr>
          <a:xfrm>
            <a:off x="6636466" y="2284377"/>
            <a:ext cx="4584529" cy="2535817"/>
          </a:xfrm>
          <a:prstGeom prst="rect">
            <a:avLst/>
          </a:prstGeom>
        </p:spPr>
      </p:pic>
      <p:pic>
        <p:nvPicPr>
          <p:cNvPr id="6" name="Picture 5">
            <a:hlinkClick r:id="rId5"/>
            <a:extLst>
              <a:ext uri="{FF2B5EF4-FFF2-40B4-BE49-F238E27FC236}">
                <a16:creationId xmlns:a16="http://schemas.microsoft.com/office/drawing/2014/main" id="{DAB63977-5FB8-08BC-3F6C-0DCF9FC2F974}"/>
              </a:ext>
            </a:extLst>
          </p:cNvPr>
          <p:cNvPicPr>
            <a:picLocks noChangeAspect="1"/>
          </p:cNvPicPr>
          <p:nvPr/>
        </p:nvPicPr>
        <p:blipFill>
          <a:blip r:embed="rId6"/>
          <a:stretch>
            <a:fillRect/>
          </a:stretch>
        </p:blipFill>
        <p:spPr>
          <a:xfrm>
            <a:off x="933159" y="2579551"/>
            <a:ext cx="2601576" cy="2971800"/>
          </a:xfrm>
          <a:prstGeom prst="rect">
            <a:avLst/>
          </a:prstGeom>
        </p:spPr>
      </p:pic>
      <p:pic>
        <p:nvPicPr>
          <p:cNvPr id="10" name="Picture 9">
            <a:extLst>
              <a:ext uri="{FF2B5EF4-FFF2-40B4-BE49-F238E27FC236}">
                <a16:creationId xmlns:a16="http://schemas.microsoft.com/office/drawing/2014/main" id="{E89C973A-C1D1-7D37-F76F-BF87B60038F8}"/>
              </a:ext>
            </a:extLst>
          </p:cNvPr>
          <p:cNvPicPr>
            <a:picLocks noChangeAspect="1"/>
          </p:cNvPicPr>
          <p:nvPr/>
        </p:nvPicPr>
        <p:blipFill>
          <a:blip r:embed="rId7"/>
          <a:stretch>
            <a:fillRect/>
          </a:stretch>
        </p:blipFill>
        <p:spPr>
          <a:xfrm>
            <a:off x="3534735" y="4065451"/>
            <a:ext cx="2360815" cy="1313411"/>
          </a:xfrm>
          <a:prstGeom prst="rect">
            <a:avLst/>
          </a:prstGeom>
        </p:spPr>
      </p:pic>
    </p:spTree>
    <p:extLst>
      <p:ext uri="{BB962C8B-B14F-4D97-AF65-F5344CB8AC3E}">
        <p14:creationId xmlns:p14="http://schemas.microsoft.com/office/powerpoint/2010/main" val="9573088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3A98C-5E99-1863-6077-9FB5C725A7D4}"/>
              </a:ext>
            </a:extLst>
          </p:cNvPr>
          <p:cNvSpPr>
            <a:spLocks noGrp="1"/>
          </p:cNvSpPr>
          <p:nvPr>
            <p:ph type="title"/>
          </p:nvPr>
        </p:nvSpPr>
        <p:spPr/>
        <p:txBody>
          <a:bodyPr/>
          <a:lstStyle/>
          <a:p>
            <a:r>
              <a:rPr lang="en-US" dirty="0"/>
              <a:t>Game Development</a:t>
            </a:r>
          </a:p>
        </p:txBody>
      </p:sp>
      <p:sp>
        <p:nvSpPr>
          <p:cNvPr id="3" name="Content Placeholder 2">
            <a:extLst>
              <a:ext uri="{FF2B5EF4-FFF2-40B4-BE49-F238E27FC236}">
                <a16:creationId xmlns:a16="http://schemas.microsoft.com/office/drawing/2014/main" id="{74976CD0-4B4F-2B71-CD34-C2827006A7D1}"/>
              </a:ext>
            </a:extLst>
          </p:cNvPr>
          <p:cNvSpPr>
            <a:spLocks noGrp="1"/>
          </p:cNvSpPr>
          <p:nvPr>
            <p:ph idx="1"/>
          </p:nvPr>
        </p:nvSpPr>
        <p:spPr/>
        <p:txBody>
          <a:bodyPr>
            <a:noAutofit/>
          </a:bodyPr>
          <a:lstStyle/>
          <a:p>
            <a:pPr marL="0" indent="0">
              <a:buNone/>
            </a:pPr>
            <a:r>
              <a:rPr lang="en-US" b="1" dirty="0"/>
              <a:t>The PC Revolution</a:t>
            </a:r>
            <a:endParaRPr lang="en-US" dirty="0"/>
          </a:p>
          <a:p>
            <a:pPr marL="457200" lvl="1" indent="0">
              <a:buNone/>
            </a:pPr>
            <a:r>
              <a:rPr lang="en-US" dirty="0"/>
              <a:t>1990s: Rise of personal computers, enabling genres like MMORPGs.</a:t>
            </a:r>
          </a:p>
          <a:p>
            <a:pPr marL="457200" lvl="1" indent="0">
              <a:buNone/>
            </a:pPr>
            <a:endParaRPr lang="en-US" dirty="0"/>
          </a:p>
          <a:p>
            <a:pPr marL="0" indent="0">
              <a:buNone/>
            </a:pPr>
            <a:r>
              <a:rPr lang="en-US" b="1" dirty="0"/>
              <a:t>Mobile and Social Gaming</a:t>
            </a:r>
          </a:p>
          <a:p>
            <a:pPr marL="457200" lvl="1" indent="0">
              <a:buNone/>
            </a:pPr>
            <a:r>
              <a:rPr lang="en-US" dirty="0"/>
              <a:t>2000s: Facebook games and mobile platforms redefine casual gaming.</a:t>
            </a:r>
          </a:p>
          <a:p>
            <a:pPr marL="457200" lvl="1" indent="0">
              <a:buNone/>
            </a:pPr>
            <a:endParaRPr lang="en-US" dirty="0"/>
          </a:p>
          <a:p>
            <a:pPr marL="0" indent="0">
              <a:buNone/>
            </a:pPr>
            <a:r>
              <a:rPr lang="en-US" b="1" dirty="0"/>
              <a:t>Virtual Reality &amp; Cloud</a:t>
            </a:r>
          </a:p>
          <a:p>
            <a:pPr marL="457200" lvl="1" indent="0">
              <a:buNone/>
            </a:pPr>
            <a:r>
              <a:rPr lang="en-US" dirty="0"/>
              <a:t>2010s-Present: VR headsets, cloud gaming, and live service games.</a:t>
            </a:r>
          </a:p>
          <a:p>
            <a:pPr marL="0" indent="0">
              <a:buNone/>
            </a:pPr>
            <a:endParaRPr lang="en-US" dirty="0"/>
          </a:p>
          <a:p>
            <a:r>
              <a:rPr lang="en-US" dirty="0">
                <a:hlinkClick r:id="rId2"/>
              </a:rPr>
              <a:t>https://www.youtube.com/watch?v=8FHBh_OmdsM</a:t>
            </a:r>
            <a:endParaRPr lang="en-US" dirty="0"/>
          </a:p>
          <a:p>
            <a:endParaRPr lang="en-US" dirty="0"/>
          </a:p>
        </p:txBody>
      </p:sp>
    </p:spTree>
    <p:extLst>
      <p:ext uri="{BB962C8B-B14F-4D97-AF65-F5344CB8AC3E}">
        <p14:creationId xmlns:p14="http://schemas.microsoft.com/office/powerpoint/2010/main" val="17095321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930F1-51FB-6BC0-3B8D-63C8640B0CFE}"/>
              </a:ext>
            </a:extLst>
          </p:cNvPr>
          <p:cNvSpPr>
            <a:spLocks noGrp="1"/>
          </p:cNvSpPr>
          <p:nvPr>
            <p:ph type="title"/>
          </p:nvPr>
        </p:nvSpPr>
        <p:spPr/>
        <p:txBody>
          <a:bodyPr/>
          <a:lstStyle/>
          <a:p>
            <a:r>
              <a:rPr lang="en-US" dirty="0"/>
              <a:t>Current Trends</a:t>
            </a:r>
          </a:p>
        </p:txBody>
      </p:sp>
      <p:sp>
        <p:nvSpPr>
          <p:cNvPr id="3" name="Content Placeholder 2">
            <a:extLst>
              <a:ext uri="{FF2B5EF4-FFF2-40B4-BE49-F238E27FC236}">
                <a16:creationId xmlns:a16="http://schemas.microsoft.com/office/drawing/2014/main" id="{8EDBA946-7DC6-EAF5-7295-D495498313DC}"/>
              </a:ext>
            </a:extLst>
          </p:cNvPr>
          <p:cNvSpPr>
            <a:spLocks noGrp="1"/>
          </p:cNvSpPr>
          <p:nvPr>
            <p:ph idx="1"/>
          </p:nvPr>
        </p:nvSpPr>
        <p:spPr>
          <a:xfrm>
            <a:off x="642257" y="2141537"/>
            <a:ext cx="10515600" cy="4351338"/>
          </a:xfrm>
        </p:spPr>
        <p:txBody>
          <a:bodyPr>
            <a:normAutofit/>
          </a:bodyPr>
          <a:lstStyle/>
          <a:p>
            <a:r>
              <a:rPr lang="en-US" b="1" dirty="0"/>
              <a:t>Cloud Gaming</a:t>
            </a:r>
            <a:r>
              <a:rPr lang="en-US" dirty="0"/>
              <a:t>: Automation in resource allocation and scaling.</a:t>
            </a:r>
          </a:p>
          <a:p>
            <a:r>
              <a:rPr lang="en-US" b="1" dirty="0"/>
              <a:t>Game Streaming</a:t>
            </a:r>
            <a:r>
              <a:rPr lang="en-US" dirty="0"/>
              <a:t>: Automated curation and recommendation systems.</a:t>
            </a:r>
          </a:p>
          <a:p>
            <a:r>
              <a:rPr lang="en-US" b="1" dirty="0"/>
              <a:t>eSports</a:t>
            </a:r>
            <a:r>
              <a:rPr lang="en-US" dirty="0"/>
              <a:t>: Automated systems for scoring, judgment, and anti-cheating measures.</a:t>
            </a:r>
          </a:p>
          <a:p>
            <a:r>
              <a:rPr lang="en-US" b="1" dirty="0"/>
              <a:t>Blockchain</a:t>
            </a:r>
            <a:r>
              <a:rPr lang="en-US" dirty="0"/>
              <a:t>: Automated smart contracts for digital ownership.</a:t>
            </a:r>
          </a:p>
        </p:txBody>
      </p:sp>
    </p:spTree>
    <p:extLst>
      <p:ext uri="{BB962C8B-B14F-4D97-AF65-F5344CB8AC3E}">
        <p14:creationId xmlns:p14="http://schemas.microsoft.com/office/powerpoint/2010/main" val="22511466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930F1-51FB-6BC0-3B8D-63C8640B0CFE}"/>
              </a:ext>
            </a:extLst>
          </p:cNvPr>
          <p:cNvSpPr>
            <a:spLocks noGrp="1"/>
          </p:cNvSpPr>
          <p:nvPr>
            <p:ph type="title"/>
          </p:nvPr>
        </p:nvSpPr>
        <p:spPr/>
        <p:txBody>
          <a:bodyPr/>
          <a:lstStyle/>
          <a:p>
            <a:r>
              <a:rPr lang="en-US" dirty="0"/>
              <a:t>Future Possibilities </a:t>
            </a:r>
          </a:p>
        </p:txBody>
      </p:sp>
      <p:sp>
        <p:nvSpPr>
          <p:cNvPr id="3" name="Content Placeholder 2">
            <a:extLst>
              <a:ext uri="{FF2B5EF4-FFF2-40B4-BE49-F238E27FC236}">
                <a16:creationId xmlns:a16="http://schemas.microsoft.com/office/drawing/2014/main" id="{8EDBA946-7DC6-EAF5-7295-D495498313DC}"/>
              </a:ext>
            </a:extLst>
          </p:cNvPr>
          <p:cNvSpPr>
            <a:spLocks noGrp="1"/>
          </p:cNvSpPr>
          <p:nvPr>
            <p:ph idx="1"/>
          </p:nvPr>
        </p:nvSpPr>
        <p:spPr>
          <a:xfrm>
            <a:off x="921327" y="1629683"/>
            <a:ext cx="10515600" cy="4351338"/>
          </a:xfrm>
        </p:spPr>
        <p:txBody>
          <a:bodyPr>
            <a:normAutofit/>
          </a:bodyPr>
          <a:lstStyle/>
          <a:p>
            <a:r>
              <a:rPr lang="en-US" b="1" dirty="0"/>
              <a:t>Metaverse</a:t>
            </a:r>
            <a:r>
              <a:rPr lang="en-US" dirty="0"/>
              <a:t>: Fully-automated, expansive, interconnected digital worlds.</a:t>
            </a:r>
          </a:p>
          <a:p>
            <a:r>
              <a:rPr lang="en-US" b="1" dirty="0"/>
              <a:t>Quantum Computing</a:t>
            </a:r>
            <a:r>
              <a:rPr lang="en-US" dirty="0"/>
              <a:t>: Potential for vastly more complex and nuanced automation.</a:t>
            </a:r>
          </a:p>
          <a:p>
            <a:r>
              <a:rPr lang="en-US" b="1" dirty="0"/>
              <a:t>Biometric Integration</a:t>
            </a:r>
            <a:r>
              <a:rPr lang="en-US" dirty="0"/>
              <a:t>: Personalized gaming experiences based on real-time biometric data.</a:t>
            </a:r>
          </a:p>
          <a:p>
            <a:r>
              <a:rPr lang="en-US" b="1" dirty="0"/>
              <a:t>Ethical AI</a:t>
            </a:r>
            <a:r>
              <a:rPr lang="en-US" dirty="0"/>
              <a:t>: Automating complex decision-making scenarios in a morally responsible way.</a:t>
            </a:r>
          </a:p>
          <a:p>
            <a:endParaRPr lang="en-US" dirty="0"/>
          </a:p>
        </p:txBody>
      </p:sp>
    </p:spTree>
    <p:extLst>
      <p:ext uri="{BB962C8B-B14F-4D97-AF65-F5344CB8AC3E}">
        <p14:creationId xmlns:p14="http://schemas.microsoft.com/office/powerpoint/2010/main" val="7804702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4ACFC-98AD-FF99-E9B9-C4A2EEBADE04}"/>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0601D241-69C4-CE66-81AB-2D8AEADD29DC}"/>
              </a:ext>
            </a:extLst>
          </p:cNvPr>
          <p:cNvSpPr>
            <a:spLocks noGrp="1"/>
          </p:cNvSpPr>
          <p:nvPr>
            <p:ph idx="1"/>
          </p:nvPr>
        </p:nvSpPr>
        <p:spPr>
          <a:xfrm>
            <a:off x="980704" y="2095995"/>
            <a:ext cx="10515600" cy="3629706"/>
          </a:xfrm>
        </p:spPr>
        <p:txBody>
          <a:bodyPr/>
          <a:lstStyle/>
          <a:p>
            <a:pPr marL="0" indent="0">
              <a:buNone/>
            </a:pPr>
            <a:r>
              <a:rPr lang="en-US" dirty="0"/>
              <a:t>	</a:t>
            </a:r>
            <a:r>
              <a:rPr lang="en-US" sz="3600" i="1" dirty="0"/>
              <a:t>AI in games has evolved from simple rule-based systems to sophisticated algorithms capable of learning, adapting, and generating new content, significantly enriching the gaming experience</a:t>
            </a:r>
          </a:p>
        </p:txBody>
      </p:sp>
    </p:spTree>
    <p:extLst>
      <p:ext uri="{BB962C8B-B14F-4D97-AF65-F5344CB8AC3E}">
        <p14:creationId xmlns:p14="http://schemas.microsoft.com/office/powerpoint/2010/main" val="19424604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C0734-87F4-9F98-02BB-014C89720FFC}"/>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F16A4D7C-0077-4FE5-D35C-C13B9E5FA2B4}"/>
              </a:ext>
            </a:extLst>
          </p:cNvPr>
          <p:cNvSpPr>
            <a:spLocks noGrp="1"/>
          </p:cNvSpPr>
          <p:nvPr>
            <p:ph idx="1"/>
          </p:nvPr>
        </p:nvSpPr>
        <p:spPr>
          <a:xfrm>
            <a:off x="648195" y="1277455"/>
            <a:ext cx="10515600" cy="4823369"/>
          </a:xfrm>
        </p:spPr>
        <p:txBody>
          <a:bodyPr>
            <a:normAutofit lnSpcReduction="10000"/>
          </a:bodyPr>
          <a:lstStyle/>
          <a:p>
            <a:endParaRPr lang="en-US" dirty="0"/>
          </a:p>
          <a:p>
            <a:r>
              <a:rPr lang="en-US" b="1" dirty="0"/>
              <a:t>Article: </a:t>
            </a:r>
            <a:r>
              <a:rPr lang="en-US" dirty="0"/>
              <a:t>“A general reinforcement Learning  Algorithm” … </a:t>
            </a:r>
          </a:p>
          <a:p>
            <a:endParaRPr lang="en-US" dirty="0"/>
          </a:p>
          <a:p>
            <a:r>
              <a:rPr lang="en-US" b="1" dirty="0"/>
              <a:t>Big Idea</a:t>
            </a:r>
            <a:r>
              <a:rPr lang="en-US" dirty="0"/>
              <a:t>: Is AlphaStar AGI?</a:t>
            </a:r>
          </a:p>
          <a:p>
            <a:endParaRPr lang="en-US" dirty="0"/>
          </a:p>
          <a:p>
            <a:r>
              <a:rPr lang="en-US" b="1" dirty="0"/>
              <a:t>Leadership</a:t>
            </a:r>
          </a:p>
          <a:p>
            <a:pPr marL="0" indent="0">
              <a:buNone/>
            </a:pPr>
            <a:r>
              <a:rPr lang="en-US" sz="1600" dirty="0">
                <a:hlinkClick r:id="rId2"/>
              </a:rPr>
              <a:t>https://www.youtube.com/watch?time_continue=1&amp;v=aFwVf5a3pZM&amp;feature=emb_logo</a:t>
            </a:r>
            <a:endParaRPr lang="en-US" sz="1600" dirty="0"/>
          </a:p>
          <a:p>
            <a:endParaRPr lang="en-US" sz="1600" dirty="0"/>
          </a:p>
          <a:p>
            <a:endParaRPr lang="en-US" sz="1600" dirty="0"/>
          </a:p>
          <a:p>
            <a:r>
              <a:rPr lang="en-US" b="1" dirty="0"/>
              <a:t>Video: </a:t>
            </a:r>
            <a:r>
              <a:rPr lang="en-US" dirty="0" err="1"/>
              <a:t>Deepmind</a:t>
            </a:r>
            <a:endParaRPr lang="en-US" dirty="0"/>
          </a:p>
          <a:p>
            <a:pPr marL="0" indent="0">
              <a:buNone/>
            </a:pPr>
            <a:r>
              <a:rPr lang="en-US" sz="2000" dirty="0">
                <a:hlinkClick r:id="rId3"/>
              </a:rPr>
              <a:t>https://www.youtube.com/watch?v=cUTMhmVh1qs&amp;t=18s</a:t>
            </a:r>
            <a:endParaRPr lang="en-US" sz="2000" dirty="0"/>
          </a:p>
          <a:p>
            <a:endParaRPr lang="en-US" dirty="0"/>
          </a:p>
          <a:p>
            <a:endParaRPr lang="en-US" dirty="0"/>
          </a:p>
          <a:p>
            <a:endParaRPr lang="en-US" dirty="0"/>
          </a:p>
          <a:p>
            <a:endParaRPr lang="en-US" dirty="0"/>
          </a:p>
        </p:txBody>
      </p:sp>
      <p:pic>
        <p:nvPicPr>
          <p:cNvPr id="5" name="Picture 4">
            <a:extLst>
              <a:ext uri="{FF2B5EF4-FFF2-40B4-BE49-F238E27FC236}">
                <a16:creationId xmlns:a16="http://schemas.microsoft.com/office/drawing/2014/main" id="{0BFCD425-0FE5-FF22-A3D2-0D8B45B3BD9B}"/>
              </a:ext>
            </a:extLst>
          </p:cNvPr>
          <p:cNvPicPr>
            <a:picLocks noChangeAspect="1"/>
          </p:cNvPicPr>
          <p:nvPr/>
        </p:nvPicPr>
        <p:blipFill>
          <a:blip r:embed="rId4"/>
          <a:stretch>
            <a:fillRect/>
          </a:stretch>
        </p:blipFill>
        <p:spPr>
          <a:xfrm>
            <a:off x="10153404" y="1277455"/>
            <a:ext cx="1601892" cy="2047780"/>
          </a:xfrm>
          <a:prstGeom prst="rect">
            <a:avLst/>
          </a:prstGeom>
        </p:spPr>
      </p:pic>
      <p:pic>
        <p:nvPicPr>
          <p:cNvPr id="9" name="Picture 8">
            <a:extLst>
              <a:ext uri="{FF2B5EF4-FFF2-40B4-BE49-F238E27FC236}">
                <a16:creationId xmlns:a16="http://schemas.microsoft.com/office/drawing/2014/main" id="{688367FF-E694-8072-172B-FBF2B9B59A74}"/>
              </a:ext>
            </a:extLst>
          </p:cNvPr>
          <p:cNvPicPr>
            <a:picLocks noChangeAspect="1"/>
          </p:cNvPicPr>
          <p:nvPr/>
        </p:nvPicPr>
        <p:blipFill>
          <a:blip r:embed="rId5"/>
          <a:stretch>
            <a:fillRect/>
          </a:stretch>
        </p:blipFill>
        <p:spPr>
          <a:xfrm>
            <a:off x="4198798" y="4724297"/>
            <a:ext cx="1571809" cy="856248"/>
          </a:xfrm>
          <a:prstGeom prst="rect">
            <a:avLst/>
          </a:prstGeom>
        </p:spPr>
      </p:pic>
    </p:spTree>
    <p:extLst>
      <p:ext uri="{BB962C8B-B14F-4D97-AF65-F5344CB8AC3E}">
        <p14:creationId xmlns:p14="http://schemas.microsoft.com/office/powerpoint/2010/main" val="10135377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2BF08-2817-B975-1EE2-15F372649D1B}"/>
              </a:ext>
            </a:extLst>
          </p:cNvPr>
          <p:cNvSpPr>
            <a:spLocks noGrp="1"/>
          </p:cNvSpPr>
          <p:nvPr>
            <p:ph type="title"/>
          </p:nvPr>
        </p:nvSpPr>
        <p:spPr/>
        <p:txBody>
          <a:bodyPr/>
          <a:lstStyle/>
          <a:p>
            <a:r>
              <a:rPr lang="en-US" dirty="0"/>
              <a:t>Assignments </a:t>
            </a:r>
          </a:p>
        </p:txBody>
      </p:sp>
      <p:sp>
        <p:nvSpPr>
          <p:cNvPr id="3" name="Content Placeholder 2">
            <a:extLst>
              <a:ext uri="{FF2B5EF4-FFF2-40B4-BE49-F238E27FC236}">
                <a16:creationId xmlns:a16="http://schemas.microsoft.com/office/drawing/2014/main" id="{0563C32A-C324-D74D-8E5E-62D0C5E5D903}"/>
              </a:ext>
            </a:extLst>
          </p:cNvPr>
          <p:cNvSpPr>
            <a:spLocks noGrp="1"/>
          </p:cNvSpPr>
          <p:nvPr>
            <p:ph idx="1"/>
          </p:nvPr>
        </p:nvSpPr>
        <p:spPr>
          <a:xfrm>
            <a:off x="707571" y="1431057"/>
            <a:ext cx="10515600" cy="3546497"/>
          </a:xfrm>
        </p:spPr>
        <p:txBody>
          <a:bodyPr/>
          <a:lstStyle/>
          <a:p>
            <a:r>
              <a:rPr lang="en-US" dirty="0"/>
              <a:t>A03 – 1 to 2 pages report  on </a:t>
            </a:r>
            <a:r>
              <a:rPr lang="en-US" b="0" i="0" dirty="0">
                <a:solidFill>
                  <a:srgbClr val="2D3B45"/>
                </a:solidFill>
                <a:effectLst/>
                <a:latin typeface="Lato Extended"/>
              </a:rPr>
              <a:t>what AlphaStar </a:t>
            </a:r>
            <a:r>
              <a:rPr lang="en-US" b="1" i="0" dirty="0">
                <a:solidFill>
                  <a:srgbClr val="2D3B45"/>
                </a:solidFill>
                <a:effectLst/>
                <a:latin typeface="Lato Extended"/>
              </a:rPr>
              <a:t>cannot</a:t>
            </a:r>
            <a:r>
              <a:rPr lang="en-US" b="0" i="0" dirty="0">
                <a:solidFill>
                  <a:srgbClr val="2D3B45"/>
                </a:solidFill>
                <a:effectLst/>
                <a:latin typeface="Lato Extended"/>
              </a:rPr>
              <a:t> do.</a:t>
            </a:r>
          </a:p>
          <a:p>
            <a:pPr marL="0" indent="0">
              <a:buNone/>
            </a:pPr>
            <a:endParaRPr lang="en-US" b="0" i="0" dirty="0">
              <a:solidFill>
                <a:srgbClr val="2D3B45"/>
              </a:solidFill>
              <a:effectLst/>
              <a:latin typeface="Lato Extended"/>
            </a:endParaRPr>
          </a:p>
          <a:p>
            <a:pPr marL="0" indent="0">
              <a:buNone/>
            </a:pPr>
            <a:endParaRPr lang="en-US" b="0" i="0" dirty="0">
              <a:solidFill>
                <a:srgbClr val="2D3B45"/>
              </a:solidFill>
              <a:effectLst/>
              <a:latin typeface="Lato Extended"/>
            </a:endParaRPr>
          </a:p>
        </p:txBody>
      </p:sp>
      <p:pic>
        <p:nvPicPr>
          <p:cNvPr id="7" name="Picture 6">
            <a:extLst>
              <a:ext uri="{FF2B5EF4-FFF2-40B4-BE49-F238E27FC236}">
                <a16:creationId xmlns:a16="http://schemas.microsoft.com/office/drawing/2014/main" id="{5D0C1DE0-132C-D9A5-6F8C-0C9337193D16}"/>
              </a:ext>
            </a:extLst>
          </p:cNvPr>
          <p:cNvPicPr>
            <a:picLocks noChangeAspect="1"/>
          </p:cNvPicPr>
          <p:nvPr/>
        </p:nvPicPr>
        <p:blipFill>
          <a:blip r:embed="rId2"/>
          <a:stretch>
            <a:fillRect/>
          </a:stretch>
        </p:blipFill>
        <p:spPr>
          <a:xfrm>
            <a:off x="3804558" y="3309257"/>
            <a:ext cx="5356799" cy="2998209"/>
          </a:xfrm>
          <a:prstGeom prst="rect">
            <a:avLst/>
          </a:prstGeom>
        </p:spPr>
      </p:pic>
    </p:spTree>
    <p:extLst>
      <p:ext uri="{BB962C8B-B14F-4D97-AF65-F5344CB8AC3E}">
        <p14:creationId xmlns:p14="http://schemas.microsoft.com/office/powerpoint/2010/main" val="24088367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7008B-B2FE-B464-0E78-65A3E94DDFA5}"/>
              </a:ext>
            </a:extLst>
          </p:cNvPr>
          <p:cNvSpPr>
            <a:spLocks noGrp="1"/>
          </p:cNvSpPr>
          <p:nvPr>
            <p:ph type="title"/>
          </p:nvPr>
        </p:nvSpPr>
        <p:spPr/>
        <p:txBody>
          <a:bodyPr/>
          <a:lstStyle/>
          <a:p>
            <a:r>
              <a:rPr lang="en-US" dirty="0"/>
              <a:t>Lab 03 </a:t>
            </a:r>
          </a:p>
        </p:txBody>
      </p:sp>
      <p:sp>
        <p:nvSpPr>
          <p:cNvPr id="3" name="Content Placeholder 2">
            <a:extLst>
              <a:ext uri="{FF2B5EF4-FFF2-40B4-BE49-F238E27FC236}">
                <a16:creationId xmlns:a16="http://schemas.microsoft.com/office/drawing/2014/main" id="{1C02C6EE-E1FA-B5A2-5B84-B3DA1661D54E}"/>
              </a:ext>
            </a:extLst>
          </p:cNvPr>
          <p:cNvSpPr>
            <a:spLocks noGrp="1"/>
          </p:cNvSpPr>
          <p:nvPr>
            <p:ph idx="1"/>
          </p:nvPr>
        </p:nvSpPr>
        <p:spPr/>
        <p:txBody>
          <a:bodyPr/>
          <a:lstStyle/>
          <a:p>
            <a:r>
              <a:rPr lang="en-US" dirty="0"/>
              <a:t>Scratch </a:t>
            </a:r>
            <a:r>
              <a:rPr lang="en-US"/>
              <a:t>Game Creation </a:t>
            </a:r>
            <a:endParaRPr lang="en-US" dirty="0"/>
          </a:p>
        </p:txBody>
      </p:sp>
    </p:spTree>
    <p:extLst>
      <p:ext uri="{BB962C8B-B14F-4D97-AF65-F5344CB8AC3E}">
        <p14:creationId xmlns:p14="http://schemas.microsoft.com/office/powerpoint/2010/main" val="39106854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51DE1-4843-F154-5220-77D367D5357C}"/>
              </a:ext>
            </a:extLst>
          </p:cNvPr>
          <p:cNvSpPr>
            <a:spLocks noGrp="1"/>
          </p:cNvSpPr>
          <p:nvPr>
            <p:ph type="title"/>
          </p:nvPr>
        </p:nvSpPr>
        <p:spPr/>
        <p:txBody>
          <a:bodyPr/>
          <a:lstStyle/>
          <a:p>
            <a:r>
              <a:rPr lang="en-US" dirty="0"/>
              <a:t>Puzzle P03</a:t>
            </a:r>
          </a:p>
        </p:txBody>
      </p:sp>
      <p:sp>
        <p:nvSpPr>
          <p:cNvPr id="3" name="Content Placeholder 2">
            <a:extLst>
              <a:ext uri="{FF2B5EF4-FFF2-40B4-BE49-F238E27FC236}">
                <a16:creationId xmlns:a16="http://schemas.microsoft.com/office/drawing/2014/main" id="{EC8FF102-F730-D0C1-0DFC-F0DC74CA8929}"/>
              </a:ext>
            </a:extLst>
          </p:cNvPr>
          <p:cNvSpPr>
            <a:spLocks noGrp="1"/>
          </p:cNvSpPr>
          <p:nvPr>
            <p:ph idx="1"/>
          </p:nvPr>
        </p:nvSpPr>
        <p:spPr/>
        <p:txBody>
          <a:bodyPr/>
          <a:lstStyle/>
          <a:p>
            <a:pPr marL="0" indent="0">
              <a:buNone/>
            </a:pPr>
            <a:r>
              <a:rPr lang="en-US" dirty="0"/>
              <a:t> </a:t>
            </a:r>
          </a:p>
          <a:p>
            <a:pPr algn="l"/>
            <a:r>
              <a:rPr lang="en-US" b="0" i="0" dirty="0">
                <a:effectLst/>
                <a:latin typeface="Lato Extended"/>
              </a:rPr>
              <a:t>The key to this puzzle is Bayes theorem, which speaks to probabilities (uncertainties) as they are modified with a gain in information.</a:t>
            </a:r>
          </a:p>
          <a:p>
            <a:endParaRPr lang="en-US" dirty="0"/>
          </a:p>
          <a:p>
            <a:r>
              <a:rPr lang="en-US" dirty="0"/>
              <a:t>Called the Monty Hall Problem: To Switch or Not to Switch?</a:t>
            </a:r>
          </a:p>
        </p:txBody>
      </p:sp>
      <p:pic>
        <p:nvPicPr>
          <p:cNvPr id="5" name="Picture 4">
            <a:extLst>
              <a:ext uri="{FF2B5EF4-FFF2-40B4-BE49-F238E27FC236}">
                <a16:creationId xmlns:a16="http://schemas.microsoft.com/office/drawing/2014/main" id="{6A105145-02B7-BF7E-792D-0637D6BD44C3}"/>
              </a:ext>
            </a:extLst>
          </p:cNvPr>
          <p:cNvPicPr>
            <a:picLocks noChangeAspect="1"/>
          </p:cNvPicPr>
          <p:nvPr/>
        </p:nvPicPr>
        <p:blipFill>
          <a:blip r:embed="rId2"/>
          <a:stretch>
            <a:fillRect/>
          </a:stretch>
        </p:blipFill>
        <p:spPr>
          <a:xfrm>
            <a:off x="9506760" y="4885509"/>
            <a:ext cx="2685240" cy="1972491"/>
          </a:xfrm>
          <a:prstGeom prst="rect">
            <a:avLst/>
          </a:prstGeom>
        </p:spPr>
      </p:pic>
    </p:spTree>
    <p:extLst>
      <p:ext uri="{BB962C8B-B14F-4D97-AF65-F5344CB8AC3E}">
        <p14:creationId xmlns:p14="http://schemas.microsoft.com/office/powerpoint/2010/main" val="351990114"/>
      </p:ext>
    </p:extLst>
  </p:cSld>
  <p:clrMapOvr>
    <a:masterClrMapping/>
  </p:clrMapOvr>
</p:sld>
</file>

<file path=ppt/theme/theme1.xml><?xml version="1.0" encoding="utf-8"?>
<a:theme xmlns:a="http://schemas.openxmlformats.org/drawingml/2006/main" name="Office Theme">
  <a:themeElements>
    <a:clrScheme name="Custom 9">
      <a:dk1>
        <a:sysClr val="windowText" lastClr="000000"/>
      </a:dk1>
      <a:lt1>
        <a:sysClr val="window" lastClr="FFFFFF"/>
      </a:lt1>
      <a:dk2>
        <a:srgbClr val="632E62"/>
      </a:dk2>
      <a:lt2>
        <a:srgbClr val="EAE5EB"/>
      </a:lt2>
      <a:accent1>
        <a:srgbClr val="D20CC9"/>
      </a:accent1>
      <a:accent2>
        <a:srgbClr val="2FE6E6"/>
      </a:accent2>
      <a:accent3>
        <a:srgbClr val="6600FF"/>
      </a:accent3>
      <a:accent4>
        <a:srgbClr val="4CC3FE"/>
      </a:accent4>
      <a:accent5>
        <a:srgbClr val="7C67D9"/>
      </a:accent5>
      <a:accent6>
        <a:srgbClr val="D7EF45"/>
      </a:accent6>
      <a:hlink>
        <a:srgbClr val="0066FF"/>
      </a:hlink>
      <a:folHlink>
        <a:srgbClr val="666699"/>
      </a:folHlink>
    </a:clrScheme>
    <a:fontScheme name="Custom 7">
      <a:majorFont>
        <a:latin typeface="Montserrat ExtraBold"/>
        <a:ea typeface=""/>
        <a:cs typeface=""/>
      </a:majorFont>
      <a:minorFont>
        <a:latin typeface="Eras Medium IT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3" Type="http://schemas.microsoft.com/office/2011/relationships/webextension" Target="webextension3.xml"/><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6">
    <wetp:webextensionref xmlns:r="http://schemas.openxmlformats.org/officeDocument/2006/relationships" r:id="rId1"/>
  </wetp:taskpane>
  <wetp:taskpane dockstate="right" visibility="0" width="350" row="9">
    <wetp:webextensionref xmlns:r="http://schemas.openxmlformats.org/officeDocument/2006/relationships" r:id="rId2"/>
  </wetp:taskpane>
  <wetp:taskpane dockstate="right" visibility="0" width="152" row="8">
    <wetp:webextensionref xmlns:r="http://schemas.openxmlformats.org/officeDocument/2006/relationships" r:id="rId3"/>
  </wetp:taskpane>
</wetp:taskpanes>
</file>

<file path=ppt/webextensions/webextension1.xml><?xml version="1.0" encoding="utf-8"?>
<we:webextension xmlns:we="http://schemas.microsoft.com/office/webextensions/webextension/2010/11" id="{87EED63B-6C1C-4396-B754-B9A7A6546B69}">
  <we:reference id="wa200001409" version="2.0.0.0" store="en-US" storeType="OMEX"/>
  <we:alternateReferences>
    <we:reference id="wa200001409" version="2.0.0.0" store="WA200001409"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115A79C9-BB72-4A8B-B918-072667B0341D}">
  <we:reference id="wa200005669" version="2.0.0.0" store="en-US" storeType="OMEX"/>
  <we:alternateReferences>
    <we:reference id="wa200005669" version="2.0.0.0" store="WA200005669" storeType="OMEX"/>
  </we:alternateReferences>
  <we:properties/>
  <we:bindings/>
  <we:snapshot xmlns:r="http://schemas.openxmlformats.org/officeDocument/2006/relationships"/>
</we:webextension>
</file>

<file path=ppt/webextensions/webextension3.xml><?xml version="1.0" encoding="utf-8"?>
<we:webextension xmlns:we="http://schemas.microsoft.com/office/webextensions/webextension/2010/11" id="{3A126B9C-BEF8-4E0C-936D-793AEF0D965E}">
  <we:reference id="wa200005566" version="3.0.0.1" store="en-US" storeType="OMEX"/>
  <we:alternateReferences>
    <we:reference id="wa200005566" version="3.0.0.1"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2531</TotalTime>
  <Words>6115</Words>
  <Application>Microsoft Office PowerPoint</Application>
  <PresentationFormat>Widescreen</PresentationFormat>
  <Paragraphs>406</Paragraphs>
  <Slides>45</Slides>
  <Notes>18</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45</vt:i4>
      </vt:variant>
    </vt:vector>
  </HeadingPairs>
  <TitlesOfParts>
    <vt:vector size="56" baseType="lpstr">
      <vt:lpstr>-apple-system</vt:lpstr>
      <vt:lpstr>Arial</vt:lpstr>
      <vt:lpstr>Arial Narrow</vt:lpstr>
      <vt:lpstr>Calibri</vt:lpstr>
      <vt:lpstr>Eras Medium ITC</vt:lpstr>
      <vt:lpstr>Lato Extended</vt:lpstr>
      <vt:lpstr>Roboto</vt:lpstr>
      <vt:lpstr>Segoe UI</vt:lpstr>
      <vt:lpstr>Segoe UI Black</vt:lpstr>
      <vt:lpstr>Söhne</vt:lpstr>
      <vt:lpstr>Office Theme</vt:lpstr>
      <vt:lpstr>Games to A.I.</vt:lpstr>
      <vt:lpstr> Latest News </vt:lpstr>
      <vt:lpstr>Last Class Recap</vt:lpstr>
      <vt:lpstr>Key Points</vt:lpstr>
      <vt:lpstr> The Foundational Role of Games in AI</vt:lpstr>
      <vt:lpstr>Game Development</vt:lpstr>
      <vt:lpstr>A little Bit of History </vt:lpstr>
      <vt:lpstr>Early Days </vt:lpstr>
      <vt:lpstr>Evolving Complexity in Games </vt:lpstr>
      <vt:lpstr>A.I. in Games Milestones </vt:lpstr>
      <vt:lpstr>AI's Mastery Over Strategic Games</vt:lpstr>
      <vt:lpstr>Decision Theory &amp; Games Theory</vt:lpstr>
      <vt:lpstr>Decision Theory &amp; Games Theory</vt:lpstr>
      <vt:lpstr>Decision Theory in Gaming</vt:lpstr>
      <vt:lpstr>Decision Theory </vt:lpstr>
      <vt:lpstr>Complex Challenges in Gaming and Decision Theory</vt:lpstr>
      <vt:lpstr>Markov Decision Making Process </vt:lpstr>
      <vt:lpstr>The Core of MDPs</vt:lpstr>
      <vt:lpstr>MDPs in Gaming Scenarios</vt:lpstr>
      <vt:lpstr>AI's Advancements in Gaming</vt:lpstr>
      <vt:lpstr>AI and Player Interaction</vt:lpstr>
      <vt:lpstr>Example</vt:lpstr>
      <vt:lpstr>Example  Cont.</vt:lpstr>
      <vt:lpstr>AI in Gaming</vt:lpstr>
      <vt:lpstr>From Games to AI  to AI for Games</vt:lpstr>
      <vt:lpstr>AI's Role in Content Creation</vt:lpstr>
      <vt:lpstr>PowerPoint Presentation</vt:lpstr>
      <vt:lpstr>AI's Role in Creating Immersive Narratives</vt:lpstr>
      <vt:lpstr>AI's Predictive Capabilities in Gaming</vt:lpstr>
      <vt:lpstr>Creating Immersive Narratives</vt:lpstr>
      <vt:lpstr>Games as a Platform for Advancing Speech Recognition:</vt:lpstr>
      <vt:lpstr>Voice Recognition  in Games-History</vt:lpstr>
      <vt:lpstr>Voice Recognition  in Games: Importance</vt:lpstr>
      <vt:lpstr>Speech Recognition Contributing to Game Development</vt:lpstr>
      <vt:lpstr>Mutual Technological Growth:</vt:lpstr>
      <vt:lpstr>Deep Insights 1 of 2</vt:lpstr>
      <vt:lpstr>Deep Insights 2 of 2</vt:lpstr>
      <vt:lpstr>Game Development</vt:lpstr>
      <vt:lpstr>Current Trends</vt:lpstr>
      <vt:lpstr>Future Possibilities </vt:lpstr>
      <vt:lpstr>PowerPoint Presentation</vt:lpstr>
      <vt:lpstr>PowerPoint Presentation</vt:lpstr>
      <vt:lpstr>Assignments </vt:lpstr>
      <vt:lpstr>Lab 03 </vt:lpstr>
      <vt:lpstr>Puzzle P03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Games Prelude to A.I.</dc:title>
  <dc:creator>Patricia Timoner-McManus</dc:creator>
  <cp:lastModifiedBy>Patricia Timoner-McManus</cp:lastModifiedBy>
  <cp:revision>3</cp:revision>
  <dcterms:created xsi:type="dcterms:W3CDTF">2023-09-04T16:08:17Z</dcterms:created>
  <dcterms:modified xsi:type="dcterms:W3CDTF">2024-01-24T23:28:50Z</dcterms:modified>
</cp:coreProperties>
</file>