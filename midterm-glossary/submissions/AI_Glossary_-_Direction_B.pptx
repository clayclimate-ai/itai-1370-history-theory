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living AI glossary that grew from 26 to 146 terms over the semester. Built, deployed, and maintained by Joseph Clay.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Joseph Clay was the sole contributor — designed, built, and deployed the entire application himself.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isn't a static document — it's a live, growing application. Started with 26 terms, expanded to 146 across six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Started simple, scaled deliberately. The migration to React/Vite was planned and worth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146 original entries authored across six modules — each with a definition, real-world example, and APA citation.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146 terms, 6 modules, 42 unique cited sources, 100% complete with definitions, examples, and citations.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conclusions from building this project over the full semester.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personal lessons from building this project across the full semester.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gratitude. The live site is available for anyone to view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2026-07-01T20:39:42Z</dcterms:created>
  <dcterms:modified xsi:type="dcterms:W3CDTF">2026-07-01T20:39:42Z</dcterms:modified>
</cp:coreProperties>
</file>